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2"/>
  </p:notesMasterIdLst>
  <p:sldSz cx="12192000" cy="6858000"/>
  <p:notesSz cx="6858000" cy="9144000"/>
  <p:custShowLst>
    <p:custShow name="Diaporama standard GP" id="0">
      <p:sldLst/>
    </p:custShow>
    <p:custShow name="Mini-diaporama post-conférence (pour affichage en boucle)" id="1">
      <p:sldLst/>
    </p:custShow>
    <p:custShow name="Diaporama pour export PDF (taille minimale + inclure les diapos cachées en sélectionnant ce diaporama personnalisé !)" id="2">
      <p:sldLst/>
    </p:custShow>
  </p:custShow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ier Descout" initials="OD" lastIdx="1" clrIdx="0">
    <p:extLst>
      <p:ext uri="{19B8F6BF-5375-455C-9EA6-DF929625EA0E}">
        <p15:presenceInfo xmlns:p15="http://schemas.microsoft.com/office/powerpoint/2012/main" userId="5e50569adf2a0a9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AFF"/>
    <a:srgbClr val="282828"/>
    <a:srgbClr val="0023AA"/>
    <a:srgbClr val="1155CC"/>
    <a:srgbClr val="00788C"/>
    <a:srgbClr val="F091B9"/>
    <a:srgbClr val="0823AA"/>
    <a:srgbClr val="DC4B78"/>
    <a:srgbClr val="00004B"/>
    <a:srgbClr val="1E1E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89329" autoAdjust="0"/>
  </p:normalViewPr>
  <p:slideViewPr>
    <p:cSldViewPr snapToGrid="0" showGuides="1">
      <p:cViewPr varScale="1">
        <p:scale>
          <a:sx n="115" d="100"/>
          <a:sy n="115" d="100"/>
        </p:scale>
        <p:origin x="43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75" d="100"/>
        <a:sy n="75" d="100"/>
      </p:scale>
      <p:origin x="0" y="-60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27CC-8F40-43A0-A784-1E77C9226FBC}" type="datetimeFigureOut">
              <a:rPr lang="fr-FR" smtClean="0"/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4D65A-1715-468F-B794-3B7668D934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242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 -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2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San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019DB-F5AE-2462-900E-66339ACD9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2" name="Google Shape;36;p22">
            <a:extLst>
              <a:ext uri="{FF2B5EF4-FFF2-40B4-BE49-F238E27FC236}">
                <a16:creationId xmlns:a16="http://schemas.microsoft.com/office/drawing/2014/main" id="{D71EC3E6-DCDE-B9D4-0646-3FB5F15318A2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288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08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4" name="Google Shape;36;p22">
            <a:extLst>
              <a:ext uri="{FF2B5EF4-FFF2-40B4-BE49-F238E27FC236}">
                <a16:creationId xmlns:a16="http://schemas.microsoft.com/office/drawing/2014/main" id="{00BACEA0-3C40-423C-4B49-AD59E32B05C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202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et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08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899907"/>
            <a:ext cx="10801350" cy="2780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pic>
        <p:nvPicPr>
          <p:cNvPr id="4" name="Google Shape;36;p22">
            <a:extLst>
              <a:ext uri="{FF2B5EF4-FFF2-40B4-BE49-F238E27FC236}">
                <a16:creationId xmlns:a16="http://schemas.microsoft.com/office/drawing/2014/main" id="{92708710-09E6-35DD-8852-628C4B85B885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878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Sans titre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563D0D-FB96-F8D2-0374-CB00FB19A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2" name="Google Shape;36;p22">
            <a:extLst>
              <a:ext uri="{FF2B5EF4-FFF2-40B4-BE49-F238E27FC236}">
                <a16:creationId xmlns:a16="http://schemas.microsoft.com/office/drawing/2014/main" id="{DCFEAA68-E5F2-72E3-2F61-20610D83344A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107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eul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F046D-0C7A-3E42-9CBF-720BCFAA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76B11E-98DE-844F-AAD1-F6081385A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3" name="Google Shape;36;p22">
            <a:extLst>
              <a:ext uri="{FF2B5EF4-FFF2-40B4-BE49-F238E27FC236}">
                <a16:creationId xmlns:a16="http://schemas.microsoft.com/office/drawing/2014/main" id="{7103DD87-BFF5-F5FF-577F-BC23D97DB875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2368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et sous titre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F046D-0C7A-3E42-9CBF-720BCFAA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76B11E-98DE-844F-AAD1-F6081385A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41226857-C6CF-4A8B-AA46-3262E2B366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899907"/>
            <a:ext cx="10801350" cy="2780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pic>
        <p:nvPicPr>
          <p:cNvPr id="3" name="Google Shape;36;p22">
            <a:extLst>
              <a:ext uri="{FF2B5EF4-FFF2-40B4-BE49-F238E27FC236}">
                <a16:creationId xmlns:a16="http://schemas.microsoft.com/office/drawing/2014/main" id="{46D94EAF-93D7-7CD5-900E-40D4385FC04D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2301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Chap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EA68AE-693E-40EF-82F7-98AA6B12CD4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88882101-99DF-4310-A674-74A2697A1B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16725" y="728663"/>
            <a:ext cx="4679950" cy="540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fr-FR" sz="3200" b="1" dirty="0" smtClean="0">
                <a:solidFill>
                  <a:schemeClr val="bg1"/>
                </a:solidFill>
              </a:defRPr>
            </a:lvl1pPr>
            <a:lvl2pPr marL="0" indent="0">
              <a:buNone/>
              <a:tabLst>
                <a:tab pos="0" algn="l"/>
                <a:tab pos="92075" algn="l"/>
              </a:tabLst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>
                <a:tab pos="0" algn="l"/>
                <a:tab pos="625475" algn="l"/>
              </a:tabLst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Grand chapitre ici</a:t>
            </a:r>
          </a:p>
          <a:p>
            <a:pPr lvl="1"/>
            <a:r>
              <a:rPr lang="fr-FR" dirty="0"/>
              <a:t>Petit chapitre</a:t>
            </a:r>
          </a:p>
          <a:p>
            <a:pPr lvl="2"/>
            <a:r>
              <a:rPr lang="fr-FR" dirty="0"/>
              <a:t>Texte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3C2B1C16-ED1F-4720-99C1-D3A1065B0D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888512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9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Chapitre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EA68AE-693E-40EF-82F7-98AA6B12CD48}"/>
              </a:ext>
            </a:extLst>
          </p:cNvPr>
          <p:cNvSpPr/>
          <p:nvPr userDrawn="1"/>
        </p:nvSpPr>
        <p:spPr>
          <a:xfrm>
            <a:off x="0" y="0"/>
            <a:ext cx="50202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88882101-99DF-4310-A674-74A2697A1B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65693" y="728663"/>
            <a:ext cx="5880848" cy="540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fr-FR" sz="3200" b="1" dirty="0" smtClean="0">
                <a:solidFill>
                  <a:schemeClr val="bg1"/>
                </a:solidFill>
              </a:defRPr>
            </a:lvl1pPr>
            <a:lvl2pPr marL="0" indent="0">
              <a:buNone/>
              <a:tabLst>
                <a:tab pos="0" algn="l"/>
                <a:tab pos="92075" algn="l"/>
              </a:tabLst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>
                <a:tab pos="0" algn="l"/>
                <a:tab pos="625475" algn="l"/>
              </a:tabLst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Grand chapitre ici</a:t>
            </a:r>
          </a:p>
          <a:p>
            <a:pPr lvl="1"/>
            <a:r>
              <a:rPr lang="fr-FR" dirty="0"/>
              <a:t>Petit chapitre</a:t>
            </a:r>
          </a:p>
          <a:p>
            <a:pPr lvl="2"/>
            <a:r>
              <a:rPr lang="fr-FR" dirty="0"/>
              <a:t>Texte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3C2B1C16-ED1F-4720-99C1-D3A1065B0D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020235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662339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84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459">
          <p15:clr>
            <a:srgbClr val="F26B43"/>
          </p15:clr>
        </p15:guide>
        <p15:guide id="3" orient="horz" pos="3861">
          <p15:clr>
            <a:srgbClr val="F26B43"/>
          </p15:clr>
        </p15:guide>
        <p15:guide id="4" pos="7242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Modeles">
  <a:themeElements>
    <a:clrScheme name="Shifters">
      <a:dk1>
        <a:srgbClr val="00004B"/>
      </a:dk1>
      <a:lt1>
        <a:srgbClr val="FFFFFF"/>
      </a:lt1>
      <a:dk2>
        <a:srgbClr val="00004B"/>
      </a:dk2>
      <a:lt2>
        <a:srgbClr val="0023AA"/>
      </a:lt2>
      <a:accent1>
        <a:srgbClr val="4BD2AF"/>
      </a:accent1>
      <a:accent2>
        <a:srgbClr val="00788C"/>
      </a:accent2>
      <a:accent3>
        <a:srgbClr val="2D4182"/>
      </a:accent3>
      <a:accent4>
        <a:srgbClr val="DC4B78"/>
      </a:accent4>
      <a:accent5>
        <a:srgbClr val="F091B9"/>
      </a:accent5>
      <a:accent6>
        <a:srgbClr val="B7ECDE"/>
      </a:accent6>
      <a:hlink>
        <a:srgbClr val="00788C"/>
      </a:hlink>
      <a:folHlink>
        <a:srgbClr val="00788C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  <vt:variant>
        <vt:lpstr>Custom Shows</vt:lpstr>
      </vt:variant>
      <vt:variant>
        <vt:i4>3</vt:i4>
      </vt:variant>
    </vt:vector>
  </HeadingPairs>
  <TitlesOfParts>
    <vt:vector size="6" baseType="lpstr">
      <vt:lpstr>Arial</vt:lpstr>
      <vt:lpstr>Calibri</vt:lpstr>
      <vt:lpstr>Modeles</vt:lpstr>
      <vt:lpstr>Diaporama standard GP</vt:lpstr>
      <vt:lpstr>Mini-diaporama post-conférence (pour affichage en boucle)</vt:lpstr>
      <vt:lpstr>Diaporama pour export PDF (taille minimale + inclure les diapos cachées en sélectionnant ce diaporama personnalisé !)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Conférences The Shifters – Le Climat, et moi, et moi, et moi : douze solutions pour réduire mon impact sur le climat</dc:title>
  <dc:creator>Olivier Descout;Jason Saniez;Vincent d'Herbemont;Grégoire Carpentier;Raphaël Perotin;Marine Simoën</dc:creator>
  <cp:lastModifiedBy>Luc</cp:lastModifiedBy>
  <cp:revision>538</cp:revision>
  <dcterms:created xsi:type="dcterms:W3CDTF">2021-05-25T14:39:04Z</dcterms:created>
  <dcterms:modified xsi:type="dcterms:W3CDTF">2025-05-11T21:53:48Z</dcterms:modified>
  <cp:category>Changement climatique, comprendre, agir, échelle individuelle</cp:category>
</cp:coreProperties>
</file>
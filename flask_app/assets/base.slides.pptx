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7" r:id="rId2"/>
    <p:sldMasterId id="2147483672" r:id="rId3"/>
  </p:sldMasterIdLst>
  <p:notesMasterIdLst>
    <p:notesMasterId r:id="rId4"/>
  </p:notesMasterIdLst>
  <p:sldSz cx="12192000" cy="6858000"/>
  <p:notesSz cx="6858000" cy="9144000"/>
  <p:custShowLst>
    <p:custShow name="Diaporama standard GP" id="0">
      <p:sldLst/>
    </p:custShow>
    <p:custShow name="Mini-diaporama post-conférence (pour affichage en boucle)" id="1">
      <p:sldLst/>
    </p:custShow>
    <p:custShow name="Diaporama pour export PDF (taille minimale + inclure les diapos cachées en sélectionnant ce diaporama personnalisé !)" id="2">
      <p:sldLst/>
    </p:custShow>
  </p:custShow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livier Descout" initials="OD" lastIdx="1" clrIdx="0">
    <p:extLst>
      <p:ext uri="{19B8F6BF-5375-455C-9EA6-DF929625EA0E}">
        <p15:presenceInfo xmlns:p15="http://schemas.microsoft.com/office/powerpoint/2012/main" userId="5e50569adf2a0a9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FAFF"/>
    <a:srgbClr val="282828"/>
    <a:srgbClr val="0023AA"/>
    <a:srgbClr val="1155CC"/>
    <a:srgbClr val="00788C"/>
    <a:srgbClr val="F091B9"/>
    <a:srgbClr val="0823AA"/>
    <a:srgbClr val="DC4B78"/>
    <a:srgbClr val="00004B"/>
    <a:srgbClr val="1E1E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 autoAdjust="0"/>
    <p:restoredTop sz="89329" autoAdjust="0"/>
  </p:normalViewPr>
  <p:slideViewPr>
    <p:cSldViewPr snapToGrid="0" showGuides="1">
      <p:cViewPr varScale="1">
        <p:scale>
          <a:sx n="100" d="100"/>
          <a:sy n="100" d="100"/>
        </p:scale>
        <p:origin x="2634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90" d="100"/>
        <a:sy n="90" d="100"/>
      </p:scale>
      <p:origin x="0" y="0"/>
    </p:cViewPr>
  </p:notesTextViewPr>
  <p:sorterViewPr>
    <p:cViewPr>
      <p:scale>
        <a:sx n="75" d="100"/>
        <a:sy n="75" d="100"/>
      </p:scale>
      <p:origin x="0" y="-602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E227CC-8F40-43A0-A784-1E77C9226FBC}" type="datetimeFigureOut">
              <a:rPr lang="fr-FR" smtClean="0"/>
              <a:t>05/05/2025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F4D65A-1715-468F-B794-3B7668D93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6242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5618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sous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1" hasCustomPrompt="1"/>
          </p:nvPr>
        </p:nvSpPr>
        <p:spPr>
          <a:xfrm>
            <a:off x="540000" y="899907"/>
            <a:ext cx="10801350" cy="27803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42618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EF6E96EB-DE99-42ED-BE57-2AC8C73F7C6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0" name="Espace réservé du texte 21">
            <a:extLst>
              <a:ext uri="{FF2B5EF4-FFF2-40B4-BE49-F238E27FC236}">
                <a16:creationId xmlns:a16="http://schemas.microsoft.com/office/drawing/2014/main" id="{5D4EC818-E2FE-469F-8800-F98EC775F0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1272540"/>
            <a:ext cx="3240000" cy="44964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  <a:defRPr sz="2400" b="1">
                <a:solidFill>
                  <a:schemeClr val="accent2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tabLst>
                <a:tab pos="182563" algn="l"/>
              </a:tabLst>
              <a:defRPr sz="1100" b="0">
                <a:solidFill>
                  <a:schemeClr val="bg2"/>
                </a:solidFill>
              </a:defRPr>
            </a:lvl3pPr>
            <a:lvl4pPr marL="358775" indent="-35877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541338" algn="l"/>
              </a:tabLst>
              <a:defRPr sz="800">
                <a:solidFill>
                  <a:schemeClr val="tx1"/>
                </a:solidFill>
              </a:defRPr>
            </a:lvl4pPr>
            <a:lvl5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Chapitre</a:t>
            </a:r>
          </a:p>
          <a:p>
            <a:pPr lvl="1"/>
            <a:r>
              <a:rPr lang="fr-FR" dirty="0"/>
              <a:t>Titre</a:t>
            </a:r>
          </a:p>
          <a:p>
            <a:pPr lvl="2"/>
            <a:r>
              <a:rPr lang="fr-FR" dirty="0"/>
              <a:t>Sous-titres</a:t>
            </a:r>
          </a:p>
          <a:p>
            <a:pPr lvl="3"/>
            <a:r>
              <a:rPr lang="fr-FR" dirty="0"/>
              <a:t>Sous sous-titres</a:t>
            </a:r>
          </a:p>
        </p:txBody>
      </p:sp>
      <p:sp>
        <p:nvSpPr>
          <p:cNvPr id="8" name="Espace réservé du texte 21">
            <a:extLst>
              <a:ext uri="{FF2B5EF4-FFF2-40B4-BE49-F238E27FC236}">
                <a16:creationId xmlns:a16="http://schemas.microsoft.com/office/drawing/2014/main" id="{13E3EF81-2E81-4FD9-814F-1B209B9F5BD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76000" y="1272540"/>
            <a:ext cx="3240000" cy="44964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  <a:defRPr sz="2400" b="1">
                <a:solidFill>
                  <a:schemeClr val="accent2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tabLst>
                <a:tab pos="182563" algn="l"/>
              </a:tabLst>
              <a:defRPr sz="1100" b="0">
                <a:solidFill>
                  <a:schemeClr val="bg2"/>
                </a:solidFill>
              </a:defRPr>
            </a:lvl3pPr>
            <a:lvl4pPr marL="358775" indent="-35877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541338" algn="l"/>
              </a:tabLst>
              <a:defRPr sz="800">
                <a:solidFill>
                  <a:schemeClr val="tx1"/>
                </a:solidFill>
              </a:defRPr>
            </a:lvl4pPr>
            <a:lvl5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Chapitre</a:t>
            </a:r>
          </a:p>
          <a:p>
            <a:pPr lvl="1"/>
            <a:r>
              <a:rPr lang="fr-FR" dirty="0"/>
              <a:t>Titre</a:t>
            </a:r>
          </a:p>
          <a:p>
            <a:pPr lvl="2"/>
            <a:r>
              <a:rPr lang="fr-FR" dirty="0"/>
              <a:t>Sous-titres</a:t>
            </a:r>
          </a:p>
          <a:p>
            <a:pPr lvl="3"/>
            <a:r>
              <a:rPr lang="fr-FR" dirty="0"/>
              <a:t>Sous sous-titres</a:t>
            </a:r>
          </a:p>
        </p:txBody>
      </p:sp>
      <p:sp>
        <p:nvSpPr>
          <p:cNvPr id="9" name="Espace réservé du texte 21">
            <a:extLst>
              <a:ext uri="{FF2B5EF4-FFF2-40B4-BE49-F238E27FC236}">
                <a16:creationId xmlns:a16="http://schemas.microsoft.com/office/drawing/2014/main" id="{48E668AB-8DB3-43EE-A605-C8A774B13ED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56675" y="1272538"/>
            <a:ext cx="3240000" cy="44964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  <a:defRPr sz="2400" b="1">
                <a:solidFill>
                  <a:schemeClr val="accent2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tabLst>
                <a:tab pos="182563" algn="l"/>
              </a:tabLst>
              <a:defRPr sz="1100" b="0">
                <a:solidFill>
                  <a:schemeClr val="bg2"/>
                </a:solidFill>
              </a:defRPr>
            </a:lvl3pPr>
            <a:lvl4pPr marL="358775" indent="-35877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541338" algn="l"/>
              </a:tabLst>
              <a:defRPr sz="800">
                <a:solidFill>
                  <a:schemeClr val="tx1"/>
                </a:solidFill>
              </a:defRPr>
            </a:lvl4pPr>
            <a:lvl5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Chapitre</a:t>
            </a:r>
          </a:p>
          <a:p>
            <a:pPr lvl="1"/>
            <a:r>
              <a:rPr lang="fr-FR" dirty="0"/>
              <a:t>Titre</a:t>
            </a:r>
          </a:p>
          <a:p>
            <a:pPr lvl="2"/>
            <a:r>
              <a:rPr lang="fr-FR" dirty="0"/>
              <a:t>Sous-titres</a:t>
            </a:r>
          </a:p>
          <a:p>
            <a:pPr lvl="3"/>
            <a:r>
              <a:rPr lang="fr-FR" dirty="0"/>
              <a:t>Sous sous-titres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DAD541F-56D1-4F6F-A4FD-D4668AFFB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sz="2400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8958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quip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ce réservé pour une image  19">
            <a:extLst>
              <a:ext uri="{FF2B5EF4-FFF2-40B4-BE49-F238E27FC236}">
                <a16:creationId xmlns:a16="http://schemas.microsoft.com/office/drawing/2014/main" id="{468ED51B-E7B7-4786-9BAA-9DD4108FAD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95325" y="1621990"/>
            <a:ext cx="1079500" cy="1080000"/>
          </a:xfrm>
          <a:prstGeom prst="ellipse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ctr">
              <a:buNone/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r>
              <a:rPr lang="fr-FR" dirty="0"/>
              <a:t>Photo</a:t>
            </a:r>
          </a:p>
        </p:txBody>
      </p:sp>
      <p:sp>
        <p:nvSpPr>
          <p:cNvPr id="37" name="Espace réservé pour une image  19">
            <a:extLst>
              <a:ext uri="{FF2B5EF4-FFF2-40B4-BE49-F238E27FC236}">
                <a16:creationId xmlns:a16="http://schemas.microsoft.com/office/drawing/2014/main" id="{6EB2579A-E5EB-434F-B814-3C38BB878F4E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695325" y="4490855"/>
            <a:ext cx="1079500" cy="1080000"/>
          </a:xfrm>
          <a:prstGeom prst="ellipse">
            <a:avLst/>
          </a:prstGeom>
          <a:noFill/>
        </p:spPr>
        <p:txBody>
          <a:bodyPr anchor="ctr" anchorCtr="0"/>
          <a:lstStyle>
            <a:lvl1pPr marL="0" indent="0" algn="ctr">
              <a:buNone/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r>
              <a:rPr lang="fr-FR" dirty="0"/>
              <a:t>Photo</a:t>
            </a:r>
          </a:p>
        </p:txBody>
      </p:sp>
      <p:sp>
        <p:nvSpPr>
          <p:cNvPr id="31" name="Espace réservé du texte 21">
            <a:extLst>
              <a:ext uri="{FF2B5EF4-FFF2-40B4-BE49-F238E27FC236}">
                <a16:creationId xmlns:a16="http://schemas.microsoft.com/office/drawing/2014/main" id="{26DE09D1-45CD-4669-9E70-E8FD9E9C40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35188" y="1621989"/>
            <a:ext cx="3600449" cy="1080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bg2"/>
                </a:solidFill>
              </a:defRPr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2"/>
                </a:solidFill>
              </a:defRPr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i="1">
                <a:solidFill>
                  <a:schemeClr val="bg2"/>
                </a:solidFill>
              </a:defRPr>
            </a:lvl3pPr>
            <a:lvl4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Nom Prénom </a:t>
            </a:r>
          </a:p>
          <a:p>
            <a:pPr lvl="1"/>
            <a:r>
              <a:rPr lang="fr-FR" dirty="0"/>
              <a:t>Poste</a:t>
            </a:r>
          </a:p>
          <a:p>
            <a:pPr lvl="2"/>
            <a:r>
              <a:rPr lang="fr-FR" dirty="0"/>
              <a:t>Entreprise / association</a:t>
            </a:r>
          </a:p>
        </p:txBody>
      </p:sp>
      <p:sp>
        <p:nvSpPr>
          <p:cNvPr id="36" name="Espace réservé pour une image  19">
            <a:extLst>
              <a:ext uri="{FF2B5EF4-FFF2-40B4-BE49-F238E27FC236}">
                <a16:creationId xmlns:a16="http://schemas.microsoft.com/office/drawing/2014/main" id="{C3BBAEE2-6E8A-44F0-88A4-E67948A69680}"/>
              </a:ext>
            </a:extLst>
          </p:cNvPr>
          <p:cNvSpPr>
            <a:spLocks noGrp="1"/>
          </p:cNvSpPr>
          <p:nvPr>
            <p:ph type="pic" sz="quarter" idx="70" hasCustomPrompt="1"/>
          </p:nvPr>
        </p:nvSpPr>
        <p:spPr>
          <a:xfrm>
            <a:off x="6096000" y="1621990"/>
            <a:ext cx="1079500" cy="1080000"/>
          </a:xfrm>
          <a:prstGeom prst="ellipse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ctr">
              <a:buNone/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r>
              <a:rPr lang="fr-FR" dirty="0"/>
              <a:t>Photo</a:t>
            </a:r>
          </a:p>
        </p:txBody>
      </p:sp>
      <p:sp>
        <p:nvSpPr>
          <p:cNvPr id="48" name="Espace réservé pour une image  19">
            <a:extLst>
              <a:ext uri="{FF2B5EF4-FFF2-40B4-BE49-F238E27FC236}">
                <a16:creationId xmlns:a16="http://schemas.microsoft.com/office/drawing/2014/main" id="{0447784E-B91B-4CDE-9D41-9623EB77EA7C}"/>
              </a:ext>
            </a:extLst>
          </p:cNvPr>
          <p:cNvSpPr>
            <a:spLocks noGrp="1"/>
          </p:cNvSpPr>
          <p:nvPr>
            <p:ph type="pic" sz="quarter" idx="71" hasCustomPrompt="1"/>
          </p:nvPr>
        </p:nvSpPr>
        <p:spPr>
          <a:xfrm>
            <a:off x="6096000" y="4490855"/>
            <a:ext cx="1079500" cy="1080000"/>
          </a:xfrm>
          <a:prstGeom prst="ellipse">
            <a:avLst/>
          </a:prstGeom>
          <a:noFill/>
        </p:spPr>
        <p:txBody>
          <a:bodyPr anchor="ctr" anchorCtr="0"/>
          <a:lstStyle>
            <a:lvl1pPr marL="0" indent="0" algn="ctr">
              <a:buNone/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r>
              <a:rPr lang="fr-FR" dirty="0"/>
              <a:t>Photo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5865095-93B9-47A8-9F31-07635F0F4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56" name="Espace réservé pour une image  19">
            <a:extLst>
              <a:ext uri="{FF2B5EF4-FFF2-40B4-BE49-F238E27FC236}">
                <a16:creationId xmlns:a16="http://schemas.microsoft.com/office/drawing/2014/main" id="{D911FD4F-D7A2-4B92-A90A-0A8D33708CEE}"/>
              </a:ext>
            </a:extLst>
          </p:cNvPr>
          <p:cNvSpPr>
            <a:spLocks noGrp="1"/>
          </p:cNvSpPr>
          <p:nvPr>
            <p:ph type="pic" sz="quarter" idx="74" hasCustomPrompt="1"/>
          </p:nvPr>
        </p:nvSpPr>
        <p:spPr>
          <a:xfrm>
            <a:off x="695325" y="3055672"/>
            <a:ext cx="1079500" cy="1080000"/>
          </a:xfrm>
          <a:prstGeom prst="ellipse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ctr">
              <a:buNone/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r>
              <a:rPr lang="fr-FR" dirty="0"/>
              <a:t>Photo</a:t>
            </a:r>
          </a:p>
        </p:txBody>
      </p:sp>
      <p:sp>
        <p:nvSpPr>
          <p:cNvPr id="58" name="Espace réservé pour une image  19">
            <a:extLst>
              <a:ext uri="{FF2B5EF4-FFF2-40B4-BE49-F238E27FC236}">
                <a16:creationId xmlns:a16="http://schemas.microsoft.com/office/drawing/2014/main" id="{55EB7255-C0DC-4110-9FB4-3FFCCDF1FDE5}"/>
              </a:ext>
            </a:extLst>
          </p:cNvPr>
          <p:cNvSpPr>
            <a:spLocks noGrp="1"/>
          </p:cNvSpPr>
          <p:nvPr>
            <p:ph type="pic" sz="quarter" idx="76" hasCustomPrompt="1"/>
          </p:nvPr>
        </p:nvSpPr>
        <p:spPr>
          <a:xfrm>
            <a:off x="6096000" y="3055672"/>
            <a:ext cx="1079500" cy="1080000"/>
          </a:xfrm>
          <a:prstGeom prst="ellipse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ctr">
              <a:buNone/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</a:lstStyle>
          <a:p>
            <a:r>
              <a:rPr lang="fr-FR" dirty="0"/>
              <a:t>Photo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7D7FD5F-62A2-4539-9024-47B9D1D53817}"/>
              </a:ext>
            </a:extLst>
          </p:cNvPr>
          <p:cNvSpPr>
            <a:spLocks noGrp="1"/>
          </p:cNvSpPr>
          <p:nvPr>
            <p:ph type="sldNum" sz="quarter" idx="82"/>
          </p:nvPr>
        </p:nvSpPr>
        <p:spPr/>
        <p:txBody>
          <a:bodyPr/>
          <a:lstStyle/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4" name="Espace réservé du texte 21">
            <a:extLst>
              <a:ext uri="{FF2B5EF4-FFF2-40B4-BE49-F238E27FC236}">
                <a16:creationId xmlns:a16="http://schemas.microsoft.com/office/drawing/2014/main" id="{14AFFB8B-5E13-4C5F-8FE9-9BCCE5A41013}"/>
              </a:ext>
            </a:extLst>
          </p:cNvPr>
          <p:cNvSpPr>
            <a:spLocks noGrp="1"/>
          </p:cNvSpPr>
          <p:nvPr>
            <p:ph type="body" sz="quarter" idx="83" hasCustomPrompt="1"/>
          </p:nvPr>
        </p:nvSpPr>
        <p:spPr>
          <a:xfrm>
            <a:off x="2135188" y="4490855"/>
            <a:ext cx="3600449" cy="1080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bg2"/>
                </a:solidFill>
              </a:defRPr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2"/>
                </a:solidFill>
              </a:defRPr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i="1">
                <a:solidFill>
                  <a:schemeClr val="bg2"/>
                </a:solidFill>
              </a:defRPr>
            </a:lvl3pPr>
            <a:lvl4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Nom Prénom </a:t>
            </a:r>
          </a:p>
          <a:p>
            <a:pPr lvl="1"/>
            <a:r>
              <a:rPr lang="fr-FR" dirty="0"/>
              <a:t>Poste</a:t>
            </a:r>
          </a:p>
          <a:p>
            <a:pPr lvl="2"/>
            <a:r>
              <a:rPr lang="fr-FR" dirty="0"/>
              <a:t>Entreprise / association</a:t>
            </a:r>
          </a:p>
        </p:txBody>
      </p:sp>
      <p:sp>
        <p:nvSpPr>
          <p:cNvPr id="25" name="Espace réservé du texte 21">
            <a:extLst>
              <a:ext uri="{FF2B5EF4-FFF2-40B4-BE49-F238E27FC236}">
                <a16:creationId xmlns:a16="http://schemas.microsoft.com/office/drawing/2014/main" id="{09DBBCBD-79FE-4C56-8D8B-3A886708FE0D}"/>
              </a:ext>
            </a:extLst>
          </p:cNvPr>
          <p:cNvSpPr>
            <a:spLocks noGrp="1"/>
          </p:cNvSpPr>
          <p:nvPr>
            <p:ph type="body" sz="quarter" idx="84" hasCustomPrompt="1"/>
          </p:nvPr>
        </p:nvSpPr>
        <p:spPr>
          <a:xfrm>
            <a:off x="2135188" y="3047903"/>
            <a:ext cx="3600449" cy="1080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bg2"/>
                </a:solidFill>
              </a:defRPr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2"/>
                </a:solidFill>
              </a:defRPr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i="1">
                <a:solidFill>
                  <a:schemeClr val="bg2"/>
                </a:solidFill>
              </a:defRPr>
            </a:lvl3pPr>
            <a:lvl4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Nom Prénom </a:t>
            </a:r>
          </a:p>
          <a:p>
            <a:pPr lvl="1"/>
            <a:r>
              <a:rPr lang="fr-FR" dirty="0"/>
              <a:t>Poste</a:t>
            </a:r>
          </a:p>
          <a:p>
            <a:pPr lvl="2"/>
            <a:r>
              <a:rPr lang="fr-FR" dirty="0"/>
              <a:t>Entreprise / association</a:t>
            </a:r>
          </a:p>
        </p:txBody>
      </p:sp>
      <p:sp>
        <p:nvSpPr>
          <p:cNvPr id="26" name="Espace réservé du texte 21">
            <a:extLst>
              <a:ext uri="{FF2B5EF4-FFF2-40B4-BE49-F238E27FC236}">
                <a16:creationId xmlns:a16="http://schemas.microsoft.com/office/drawing/2014/main" id="{D514AC0E-D69C-4B4C-9E0B-7BBD1DE344E9}"/>
              </a:ext>
            </a:extLst>
          </p:cNvPr>
          <p:cNvSpPr>
            <a:spLocks noGrp="1"/>
          </p:cNvSpPr>
          <p:nvPr>
            <p:ph type="body" sz="quarter" idx="85" hasCustomPrompt="1"/>
          </p:nvPr>
        </p:nvSpPr>
        <p:spPr>
          <a:xfrm>
            <a:off x="7535863" y="1621989"/>
            <a:ext cx="3600449" cy="1080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bg2"/>
                </a:solidFill>
              </a:defRPr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2"/>
                </a:solidFill>
              </a:defRPr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i="1">
                <a:solidFill>
                  <a:schemeClr val="bg2"/>
                </a:solidFill>
              </a:defRPr>
            </a:lvl3pPr>
            <a:lvl4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Nom Prénom </a:t>
            </a:r>
          </a:p>
          <a:p>
            <a:pPr lvl="1"/>
            <a:r>
              <a:rPr lang="fr-FR" dirty="0"/>
              <a:t>Poste</a:t>
            </a:r>
          </a:p>
          <a:p>
            <a:pPr lvl="2"/>
            <a:r>
              <a:rPr lang="fr-FR" dirty="0"/>
              <a:t>Entreprise / association</a:t>
            </a:r>
          </a:p>
        </p:txBody>
      </p:sp>
      <p:sp>
        <p:nvSpPr>
          <p:cNvPr id="27" name="Espace réservé du texte 21">
            <a:extLst>
              <a:ext uri="{FF2B5EF4-FFF2-40B4-BE49-F238E27FC236}">
                <a16:creationId xmlns:a16="http://schemas.microsoft.com/office/drawing/2014/main" id="{E620A7A5-C59E-4B74-9BCA-EF6DC7B1C4B0}"/>
              </a:ext>
            </a:extLst>
          </p:cNvPr>
          <p:cNvSpPr>
            <a:spLocks noGrp="1"/>
          </p:cNvSpPr>
          <p:nvPr>
            <p:ph type="body" sz="quarter" idx="86" hasCustomPrompt="1"/>
          </p:nvPr>
        </p:nvSpPr>
        <p:spPr>
          <a:xfrm>
            <a:off x="7535863" y="4490855"/>
            <a:ext cx="3600449" cy="1080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bg2"/>
                </a:solidFill>
              </a:defRPr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2"/>
                </a:solidFill>
              </a:defRPr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i="1">
                <a:solidFill>
                  <a:schemeClr val="bg2"/>
                </a:solidFill>
              </a:defRPr>
            </a:lvl3pPr>
            <a:lvl4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Nom Prénom </a:t>
            </a:r>
          </a:p>
          <a:p>
            <a:pPr lvl="1"/>
            <a:r>
              <a:rPr lang="fr-FR" dirty="0"/>
              <a:t>Poste</a:t>
            </a:r>
          </a:p>
          <a:p>
            <a:pPr lvl="2"/>
            <a:r>
              <a:rPr lang="fr-FR" dirty="0"/>
              <a:t>Entreprise / association</a:t>
            </a:r>
          </a:p>
        </p:txBody>
      </p:sp>
      <p:sp>
        <p:nvSpPr>
          <p:cNvPr id="28" name="Espace réservé du texte 21">
            <a:extLst>
              <a:ext uri="{FF2B5EF4-FFF2-40B4-BE49-F238E27FC236}">
                <a16:creationId xmlns:a16="http://schemas.microsoft.com/office/drawing/2014/main" id="{84D700AC-3905-4484-A74D-B0D8C65E99AA}"/>
              </a:ext>
            </a:extLst>
          </p:cNvPr>
          <p:cNvSpPr>
            <a:spLocks noGrp="1"/>
          </p:cNvSpPr>
          <p:nvPr>
            <p:ph type="body" sz="quarter" idx="87" hasCustomPrompt="1"/>
          </p:nvPr>
        </p:nvSpPr>
        <p:spPr>
          <a:xfrm>
            <a:off x="7535863" y="3047903"/>
            <a:ext cx="3600449" cy="1080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bg2"/>
                </a:solidFill>
              </a:defRPr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2"/>
                </a:solidFill>
              </a:defRPr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i="1">
                <a:solidFill>
                  <a:schemeClr val="bg2"/>
                </a:solidFill>
              </a:defRPr>
            </a:lvl3pPr>
            <a:lvl4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Nom Prénom </a:t>
            </a:r>
          </a:p>
          <a:p>
            <a:pPr lvl="1"/>
            <a:r>
              <a:rPr lang="fr-FR" dirty="0"/>
              <a:t>Poste</a:t>
            </a:r>
          </a:p>
          <a:p>
            <a:pPr lvl="2"/>
            <a:r>
              <a:rPr lang="fr-FR" dirty="0"/>
              <a:t>Entreprise / association</a:t>
            </a:r>
          </a:p>
        </p:txBody>
      </p:sp>
    </p:spTree>
    <p:extLst>
      <p:ext uri="{BB962C8B-B14F-4D97-AF65-F5344CB8AC3E}">
        <p14:creationId xmlns:p14="http://schemas.microsoft.com/office/powerpoint/2010/main" val="29835743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118" userDrawn="1">
          <p15:clr>
            <a:srgbClr val="FBAE40"/>
          </p15:clr>
        </p15:guide>
        <p15:guide id="2" pos="1345" userDrawn="1">
          <p15:clr>
            <a:srgbClr val="FBAE40"/>
          </p15:clr>
        </p15:guide>
        <p15:guide id="3" pos="3840" userDrawn="1">
          <p15:clr>
            <a:srgbClr val="FBAE40"/>
          </p15:clr>
        </p15:guide>
        <p15:guide id="4" pos="4747" userDrawn="1">
          <p15:clr>
            <a:srgbClr val="FBAE40"/>
          </p15:clr>
        </p15:guide>
        <p15:guide id="5" pos="452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543D2D8-7139-4961-8243-DBBA3E5B4114}"/>
              </a:ext>
            </a:extLst>
          </p:cNvPr>
          <p:cNvSpPr/>
          <p:nvPr userDrawn="1"/>
        </p:nvSpPr>
        <p:spPr>
          <a:xfrm>
            <a:off x="695324" y="1808162"/>
            <a:ext cx="5221289" cy="3962399"/>
          </a:xfrm>
          <a:prstGeom prst="rect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7AA723A8-5BB7-4290-9977-E66B6E7C396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55688" y="2168524"/>
            <a:ext cx="4500562" cy="3241624"/>
          </a:xfrm>
          <a:prstGeom prst="rect">
            <a:avLst/>
          </a:prstGeom>
          <a:ln>
            <a:noFill/>
          </a:ln>
        </p:spPr>
        <p:txBody>
          <a:bodyPr anchor="ctr" anchorCtr="0"/>
          <a:lstStyle>
            <a:lvl1pPr marL="0" indent="0" algn="ctr">
              <a:buNone/>
              <a:defRPr sz="140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Objet</a:t>
            </a:r>
          </a:p>
        </p:txBody>
      </p:sp>
      <p:sp>
        <p:nvSpPr>
          <p:cNvPr id="10" name="Espace réservé du contenu 7">
            <a:extLst>
              <a:ext uri="{FF2B5EF4-FFF2-40B4-BE49-F238E27FC236}">
                <a16:creationId xmlns:a16="http://schemas.microsoft.com/office/drawing/2014/main" id="{1C3F484B-F1E5-46EF-AEEA-CA2D15060EB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635750" y="2168116"/>
            <a:ext cx="4500563" cy="3242084"/>
          </a:xfrm>
          <a:prstGeom prst="rect">
            <a:avLst/>
          </a:prstGeom>
          <a:ln>
            <a:noFill/>
          </a:ln>
        </p:spPr>
        <p:txBody>
          <a:bodyPr anchor="ctr" anchorCtr="0"/>
          <a:lstStyle>
            <a:lvl1pPr marL="0" indent="0" algn="ctr">
              <a:buNone/>
              <a:defRPr sz="140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Objet</a:t>
            </a:r>
          </a:p>
        </p:txBody>
      </p:sp>
      <p:sp>
        <p:nvSpPr>
          <p:cNvPr id="14" name="Espace réservé du texte 21">
            <a:extLst>
              <a:ext uri="{FF2B5EF4-FFF2-40B4-BE49-F238E27FC236}">
                <a16:creationId xmlns:a16="http://schemas.microsoft.com/office/drawing/2014/main" id="{2DA31DA5-5047-4A4A-B603-2F785746B85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6" y="728662"/>
            <a:ext cx="6480174" cy="90201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400" b="1">
                <a:solidFill>
                  <a:schemeClr val="bg2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400">
                <a:solidFill>
                  <a:schemeClr val="bg2"/>
                </a:solidFill>
              </a:defRPr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Grand texte</a:t>
            </a:r>
          </a:p>
          <a:p>
            <a:pPr lvl="2"/>
            <a:r>
              <a:rPr lang="fr-FR" dirty="0"/>
              <a:t>Texte</a:t>
            </a:r>
          </a:p>
          <a:p>
            <a:pPr lvl="3"/>
            <a:r>
              <a:rPr lang="fr-FR" dirty="0"/>
              <a:t>Petit texte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D8F667-F1E1-4B50-9536-1C056C27BA6A}"/>
              </a:ext>
            </a:extLst>
          </p:cNvPr>
          <p:cNvSpPr/>
          <p:nvPr userDrawn="1"/>
        </p:nvSpPr>
        <p:spPr>
          <a:xfrm>
            <a:off x="6275388" y="1807436"/>
            <a:ext cx="5221289" cy="3963199"/>
          </a:xfrm>
          <a:prstGeom prst="rect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space réservé du texte 21">
            <a:extLst>
              <a:ext uri="{FF2B5EF4-FFF2-40B4-BE49-F238E27FC236}">
                <a16:creationId xmlns:a16="http://schemas.microsoft.com/office/drawing/2014/main" id="{26931E08-1A94-4451-9161-B198A6D1BE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4" y="5772466"/>
            <a:ext cx="3060699" cy="358776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0" indent="0" algn="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  <a:defRPr sz="14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>
                <a:solidFill>
                  <a:schemeClr val="tx2"/>
                </a:solidFill>
              </a:defRPr>
            </a:lvl3pPr>
            <a:lvl4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Source de la figure</a:t>
            </a:r>
          </a:p>
        </p:txBody>
      </p:sp>
      <p:sp>
        <p:nvSpPr>
          <p:cNvPr id="17" name="Espace réservé du texte 21">
            <a:extLst>
              <a:ext uri="{FF2B5EF4-FFF2-40B4-BE49-F238E27FC236}">
                <a16:creationId xmlns:a16="http://schemas.microsoft.com/office/drawing/2014/main" id="{9CB4E690-5CE9-4237-BD51-BA885032F1E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75388" y="5770562"/>
            <a:ext cx="3060699" cy="358776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0" indent="0" algn="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  <a:defRPr sz="14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>
                <a:solidFill>
                  <a:schemeClr val="tx2"/>
                </a:solidFill>
              </a:defRPr>
            </a:lvl3pPr>
            <a:lvl4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Source de la figure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533F41-2F51-43A1-838C-C25B80F14E40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4320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015" userDrawn="1">
          <p15:clr>
            <a:srgbClr val="FBAE40"/>
          </p15:clr>
        </p15:guide>
        <p15:guide id="3" pos="665" userDrawn="1">
          <p15:clr>
            <a:srgbClr val="FBAE40"/>
          </p15:clr>
        </p15:guide>
        <p15:guide id="5" orient="horz" pos="1366" userDrawn="1">
          <p15:clr>
            <a:srgbClr val="FBAE40"/>
          </p15:clr>
        </p15:guide>
        <p15:guide id="6" orient="horz" pos="3407" userDrawn="1">
          <p15:clr>
            <a:srgbClr val="FBAE40"/>
          </p15:clr>
        </p15:guide>
        <p15:guide id="7" pos="3953" userDrawn="1">
          <p15:clr>
            <a:srgbClr val="FBAE40"/>
          </p15:clr>
        </p15:guide>
        <p15:guide id="8" pos="3727" userDrawn="1">
          <p15:clr>
            <a:srgbClr val="FBAE40"/>
          </p15:clr>
        </p15:guide>
        <p15:guide id="10" orient="horz" pos="1139" userDrawn="1">
          <p15:clr>
            <a:srgbClr val="FBAE40"/>
          </p15:clr>
        </p15:guide>
        <p15:guide id="11" pos="3500" userDrawn="1">
          <p15:clr>
            <a:srgbClr val="FBAE40"/>
          </p15:clr>
        </p15:guide>
        <p15:guide id="12" pos="41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7F046D-0C7A-3E42-9CBF-720BCFAAB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76B11E-98DE-844F-AAD1-F6081385A0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92144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7F046D-0C7A-3E42-9CBF-720BCFAAB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76B11E-98DE-844F-AAD1-F6081385A0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5" name="Espace réservé du texte 5">
            <a:extLst>
              <a:ext uri="{FF2B5EF4-FFF2-40B4-BE49-F238E27FC236}">
                <a16:creationId xmlns:a16="http://schemas.microsoft.com/office/drawing/2014/main" id="{41226857-C6CF-4A8B-AA46-3262E2B366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0000" y="899907"/>
            <a:ext cx="10801350" cy="27803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3702978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 bleu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B29DA17-B5FA-4948-8711-48CDB58AFCAE}"/>
              </a:ext>
            </a:extLst>
          </p:cNvPr>
          <p:cNvSpPr/>
          <p:nvPr userDrawn="1"/>
        </p:nvSpPr>
        <p:spPr>
          <a:xfrm>
            <a:off x="5375274" y="0"/>
            <a:ext cx="681672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space réservé du texte 3">
            <a:extLst>
              <a:ext uri="{FF2B5EF4-FFF2-40B4-BE49-F238E27FC236}">
                <a16:creationId xmlns:a16="http://schemas.microsoft.com/office/drawing/2014/main" id="{3669946F-B2D5-4055-BCCE-FA4B82448F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4" y="2184399"/>
            <a:ext cx="3960814" cy="35845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 dirty="0"/>
              <a:t>Titre du document</a:t>
            </a:r>
          </a:p>
          <a:p>
            <a:pPr lvl="1"/>
            <a:r>
              <a:rPr lang="fr-FR" dirty="0"/>
              <a:t>Sous titre</a:t>
            </a:r>
          </a:p>
          <a:p>
            <a:pPr lvl="2"/>
            <a:r>
              <a:rPr lang="fr-FR" dirty="0"/>
              <a:t>Date</a:t>
            </a:r>
          </a:p>
          <a:p>
            <a:pPr lvl="2"/>
            <a:endParaRPr lang="fr-FR" dirty="0"/>
          </a:p>
          <a:p>
            <a:pPr lvl="3"/>
            <a:r>
              <a:rPr lang="fr-FR" dirty="0"/>
              <a:t>Commentaire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E185E597-E003-47B2-A9B9-5E102EB08CB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375274" y="0"/>
            <a:ext cx="6816726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 dirty="0"/>
              <a:t>Image</a:t>
            </a:r>
          </a:p>
        </p:txBody>
      </p:sp>
      <p:pic>
        <p:nvPicPr>
          <p:cNvPr id="11" name="Graphique 10">
            <a:extLst>
              <a:ext uri="{FF2B5EF4-FFF2-40B4-BE49-F238E27FC236}">
                <a16:creationId xmlns:a16="http://schemas.microsoft.com/office/drawing/2014/main" id="{97794603-8F19-4589-8469-8ED82851F7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728663"/>
            <a:ext cx="1080000" cy="54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566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933" userDrawn="1">
          <p15:clr>
            <a:srgbClr val="FBAE40"/>
          </p15:clr>
        </p15:guide>
        <p15:guide id="2" orient="horz" pos="363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CEA68AE-693E-40EF-82F7-98AA6B12CD48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88882101-99DF-4310-A674-74A2697A1B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16725" y="728663"/>
            <a:ext cx="4679950" cy="54006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None/>
              <a:defRPr lang="fr-FR" sz="3200" b="1" dirty="0" smtClean="0">
                <a:solidFill>
                  <a:schemeClr val="bg1"/>
                </a:solidFill>
              </a:defRPr>
            </a:lvl1pPr>
            <a:lvl2pPr marL="0" indent="0">
              <a:buNone/>
              <a:tabLst>
                <a:tab pos="0" algn="l"/>
                <a:tab pos="92075" algn="l"/>
              </a:tabLst>
              <a:defRPr sz="1400">
                <a:solidFill>
                  <a:schemeClr val="accent1"/>
                </a:solidFill>
              </a:defRPr>
            </a:lvl2pPr>
            <a:lvl3pPr marL="0" indent="0">
              <a:buNone/>
              <a:tabLst>
                <a:tab pos="0" algn="l"/>
                <a:tab pos="625475" algn="l"/>
              </a:tabLst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Grand chapitre ici</a:t>
            </a:r>
          </a:p>
          <a:p>
            <a:pPr lvl="1"/>
            <a:r>
              <a:rPr lang="fr-FR" dirty="0"/>
              <a:t>Petit chapitre</a:t>
            </a:r>
          </a:p>
          <a:p>
            <a:pPr lvl="2"/>
            <a:r>
              <a:rPr lang="fr-FR" dirty="0"/>
              <a:t>Texte</a:t>
            </a:r>
          </a:p>
        </p:txBody>
      </p:sp>
      <p:sp>
        <p:nvSpPr>
          <p:cNvPr id="4" name="Espace réservé pour une image  2">
            <a:extLst>
              <a:ext uri="{FF2B5EF4-FFF2-40B4-BE49-F238E27FC236}">
                <a16:creationId xmlns:a16="http://schemas.microsoft.com/office/drawing/2014/main" id="{3C2B1C16-ED1F-4720-99C1-D3A1065B0D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 dirty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11966011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9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hapit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CEA68AE-693E-40EF-82F7-98AA6B12CD48}"/>
              </a:ext>
            </a:extLst>
          </p:cNvPr>
          <p:cNvSpPr/>
          <p:nvPr userDrawn="1"/>
        </p:nvSpPr>
        <p:spPr>
          <a:xfrm>
            <a:off x="0" y="0"/>
            <a:ext cx="5020235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88882101-99DF-4310-A674-74A2697A1B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65693" y="728663"/>
            <a:ext cx="5880848" cy="54006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None/>
              <a:defRPr lang="fr-FR" sz="3200" b="1" dirty="0" smtClean="0">
                <a:solidFill>
                  <a:schemeClr val="bg1"/>
                </a:solidFill>
              </a:defRPr>
            </a:lvl1pPr>
            <a:lvl2pPr marL="0" indent="0">
              <a:buNone/>
              <a:tabLst>
                <a:tab pos="0" algn="l"/>
                <a:tab pos="92075" algn="l"/>
              </a:tabLst>
              <a:defRPr sz="1400">
                <a:solidFill>
                  <a:schemeClr val="accent1"/>
                </a:solidFill>
              </a:defRPr>
            </a:lvl2pPr>
            <a:lvl3pPr marL="0" indent="0">
              <a:buNone/>
              <a:tabLst>
                <a:tab pos="0" algn="l"/>
                <a:tab pos="625475" algn="l"/>
              </a:tabLst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Grand chapitre ici</a:t>
            </a:r>
          </a:p>
          <a:p>
            <a:pPr lvl="1"/>
            <a:r>
              <a:rPr lang="fr-FR" dirty="0"/>
              <a:t>Petit chapitre</a:t>
            </a:r>
          </a:p>
          <a:p>
            <a:pPr lvl="2"/>
            <a:r>
              <a:rPr lang="fr-FR" dirty="0"/>
              <a:t>Texte</a:t>
            </a:r>
          </a:p>
        </p:txBody>
      </p:sp>
      <p:sp>
        <p:nvSpPr>
          <p:cNvPr id="4" name="Espace réservé pour une image  2">
            <a:extLst>
              <a:ext uri="{FF2B5EF4-FFF2-40B4-BE49-F238E27FC236}">
                <a16:creationId xmlns:a16="http://schemas.microsoft.com/office/drawing/2014/main" id="{3C2B1C16-ED1F-4720-99C1-D3A1065B0D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020235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 dirty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9042580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9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texte 21">
            <a:extLst>
              <a:ext uri="{FF2B5EF4-FFF2-40B4-BE49-F238E27FC236}">
                <a16:creationId xmlns:a16="http://schemas.microsoft.com/office/drawing/2014/main" id="{8451EA5E-9226-4A83-B7B0-B3739C0BD228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7535863" y="2226310"/>
            <a:ext cx="2681287" cy="3903028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chemeClr val="bg1"/>
                </a:solidFill>
              </a:defRPr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50" i="0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fr-FR" dirty="0"/>
              <a:t>Contacts :</a:t>
            </a:r>
          </a:p>
          <a:p>
            <a:pPr lvl="0"/>
            <a:endParaRPr lang="fr-FR" dirty="0"/>
          </a:p>
          <a:p>
            <a:pPr lvl="1"/>
            <a:r>
              <a:rPr lang="fr-FR" dirty="0"/>
              <a:t>Nom Prénom </a:t>
            </a:r>
          </a:p>
          <a:p>
            <a:pPr lvl="2"/>
            <a:r>
              <a:rPr lang="fr-FR" dirty="0"/>
              <a:t>Poste</a:t>
            </a:r>
          </a:p>
          <a:p>
            <a:pPr lvl="2"/>
            <a:r>
              <a:rPr lang="fr-FR" dirty="0"/>
              <a:t>Téléphone / email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92898D-CFB8-4265-AD70-BE4633D13511}"/>
              </a:ext>
            </a:extLst>
          </p:cNvPr>
          <p:cNvSpPr/>
          <p:nvPr userDrawn="1"/>
        </p:nvSpPr>
        <p:spPr>
          <a:xfrm>
            <a:off x="0" y="0"/>
            <a:ext cx="681672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space réservé pour une image  2">
            <a:extLst>
              <a:ext uri="{FF2B5EF4-FFF2-40B4-BE49-F238E27FC236}">
                <a16:creationId xmlns:a16="http://schemas.microsoft.com/office/drawing/2014/main" id="{1E438C14-5B53-401C-A733-EFC23F18B2B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6816726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 dirty="0"/>
              <a:t>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B2EC06E-8F3A-42E3-B7A1-43767D8364E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7535863" y="728663"/>
            <a:ext cx="3960812" cy="149764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3600" b="1">
                <a:solidFill>
                  <a:schemeClr val="bg1"/>
                </a:solidFill>
              </a:defRPr>
            </a:lvl1pPr>
            <a:lvl2pPr marL="0" indent="0">
              <a:buNone/>
              <a:defRPr sz="2000">
                <a:solidFill>
                  <a:schemeClr val="bg1"/>
                </a:solidFill>
              </a:defRPr>
            </a:lvl2pPr>
            <a:lvl3pPr marL="0" indent="0">
              <a:buNone/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</a:lstStyle>
          <a:p>
            <a:pPr lvl="0"/>
            <a:r>
              <a:rPr lang="fr-FR" dirty="0" err="1"/>
              <a:t>Remerciments</a:t>
            </a:r>
            <a:endParaRPr lang="fr-FR" dirty="0"/>
          </a:p>
          <a:p>
            <a:pPr lvl="1"/>
            <a:r>
              <a:rPr lang="fr-FR" dirty="0"/>
              <a:t>Commentaire</a:t>
            </a:r>
          </a:p>
          <a:p>
            <a:pPr lvl="2"/>
            <a:r>
              <a:rPr lang="fr-FR" dirty="0"/>
              <a:t>texte</a:t>
            </a:r>
          </a:p>
        </p:txBody>
      </p:sp>
      <p:pic>
        <p:nvPicPr>
          <p:cNvPr id="11" name="Graphique 10">
            <a:extLst>
              <a:ext uri="{FF2B5EF4-FFF2-40B4-BE49-F238E27FC236}">
                <a16:creationId xmlns:a16="http://schemas.microsoft.com/office/drawing/2014/main" id="{93CB4836-D2F2-4010-960D-63964F1EAE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16675" y="5584384"/>
            <a:ext cx="1080000" cy="54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626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747" userDrawn="1">
          <p15:clr>
            <a:srgbClr val="FBAE40"/>
          </p15:clr>
        </p15:guide>
        <p15:guide id="2" orient="horz" pos="68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F51635D-BDE6-4E41-B96C-E500E29B9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0801350" cy="340857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C200EC-EEEA-4C65-A006-E13A79E0B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28892" y="6612731"/>
            <a:ext cx="760639" cy="19983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63886019-438D-4BCF-92D2-563831B2AE63}"/>
              </a:ext>
            </a:extLst>
          </p:cNvPr>
          <p:cNvCxnSpPr/>
          <p:nvPr userDrawn="1"/>
        </p:nvCxnSpPr>
        <p:spPr>
          <a:xfrm>
            <a:off x="2895600" y="5781675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oogle Shape;36;p22">
            <a:extLst>
              <a:ext uri="{FF2B5EF4-FFF2-40B4-BE49-F238E27FC236}">
                <a16:creationId xmlns:a16="http://schemas.microsoft.com/office/drawing/2014/main" id="{68F56531-B026-4C8F-881D-5FB2AD2BA2C4}"/>
              </a:ext>
            </a:extLst>
          </p:cNvPr>
          <p:cNvPicPr preferRelativeResize="0"/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9430" y="6535135"/>
            <a:ext cx="54981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00392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667" r:id="rId3"/>
    <p:sldLayoutId id="2147483658" r:id="rId4"/>
    <p:sldLayoutId id="214748366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spcAft>
          <a:spcPts val="1200"/>
        </a:spcAft>
        <a:buNone/>
        <a:defRPr sz="2400" b="1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 userDrawn="1">
          <p15:clr>
            <a:srgbClr val="F26B43"/>
          </p15:clr>
        </p15:guide>
        <p15:guide id="2" orient="horz" pos="459" userDrawn="1">
          <p15:clr>
            <a:srgbClr val="F26B43"/>
          </p15:clr>
        </p15:guide>
        <p15:guide id="3" pos="438" userDrawn="1">
          <p15:clr>
            <a:srgbClr val="F26B43"/>
          </p15:clr>
        </p15:guide>
        <p15:guide id="4" pos="7242" userDrawn="1">
          <p15:clr>
            <a:srgbClr val="F26B43"/>
          </p15:clr>
        </p15:guide>
        <p15:guide id="6" orient="horz" pos="3634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F51635D-BDE6-4E41-B96C-E500E29B9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0801350" cy="34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C200EC-EEEA-4C65-A006-E13A79E0B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28000" y="6613200"/>
            <a:ext cx="759600" cy="201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bg1"/>
                </a:solidFill>
              </a:defRPr>
            </a:lvl1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63886019-438D-4BCF-92D2-563831B2AE63}"/>
              </a:ext>
            </a:extLst>
          </p:cNvPr>
          <p:cNvCxnSpPr/>
          <p:nvPr userDrawn="1"/>
        </p:nvCxnSpPr>
        <p:spPr>
          <a:xfrm>
            <a:off x="2895600" y="5781675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oogle Shape;36;p22">
            <a:extLst>
              <a:ext uri="{FF2B5EF4-FFF2-40B4-BE49-F238E27FC236}">
                <a16:creationId xmlns:a16="http://schemas.microsoft.com/office/drawing/2014/main" id="{68F56531-B026-4C8F-881D-5FB2AD2BA2C4}"/>
              </a:ext>
            </a:extLst>
          </p:cNvPr>
          <p:cNvPicPr preferRelativeResize="0"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74340" y="6535135"/>
            <a:ext cx="53999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6963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spcAft>
          <a:spcPts val="1200"/>
        </a:spcAft>
        <a:buNone/>
        <a:defRPr sz="2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>
          <p15:clr>
            <a:srgbClr val="F26B43"/>
          </p15:clr>
        </p15:guide>
        <p15:guide id="2" orient="horz" pos="459">
          <p15:clr>
            <a:srgbClr val="F26B43"/>
          </p15:clr>
        </p15:guide>
        <p15:guide id="3" pos="438">
          <p15:clr>
            <a:srgbClr val="F26B43"/>
          </p15:clr>
        </p15:guide>
        <p15:guide id="4" pos="7242">
          <p15:clr>
            <a:srgbClr val="F26B43"/>
          </p15:clr>
        </p15:guide>
        <p15:guide id="6" orient="horz" pos="3634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417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9" r:id="rId2"/>
    <p:sldLayoutId id="2147483674" r:id="rId3"/>
    <p:sldLayoutId id="2147483668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 userDrawn="1">
          <p15:clr>
            <a:srgbClr val="F26B43"/>
          </p15:clr>
        </p15:guide>
        <p15:guide id="2" orient="horz" pos="459" userDrawn="1">
          <p15:clr>
            <a:srgbClr val="F26B43"/>
          </p15:clr>
        </p15:guide>
        <p15:guide id="3" orient="horz" pos="3861" userDrawn="1">
          <p15:clr>
            <a:srgbClr val="F26B43"/>
          </p15:clr>
        </p15:guide>
        <p15:guide id="4" pos="7242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Texte et figures">
  <a:themeElements>
    <a:clrScheme name="Shifters">
      <a:dk1>
        <a:srgbClr val="282828"/>
      </a:dk1>
      <a:lt1>
        <a:srgbClr val="FFFFFF"/>
      </a:lt1>
      <a:dk2>
        <a:srgbClr val="00004B"/>
      </a:dk2>
      <a:lt2>
        <a:srgbClr val="0023AA"/>
      </a:lt2>
      <a:accent1>
        <a:srgbClr val="4BD2AF"/>
      </a:accent1>
      <a:accent2>
        <a:srgbClr val="00788C"/>
      </a:accent2>
      <a:accent3>
        <a:srgbClr val="2D4182"/>
      </a:accent3>
      <a:accent4>
        <a:srgbClr val="DC4B78"/>
      </a:accent4>
      <a:accent5>
        <a:srgbClr val="F091B9"/>
      </a:accent5>
      <a:accent6>
        <a:srgbClr val="B7ECDE"/>
      </a:accent6>
      <a:hlink>
        <a:srgbClr val="00788C"/>
      </a:hlink>
      <a:folHlink>
        <a:srgbClr val="00788C"/>
      </a:folHlink>
    </a:clrScheme>
    <a:fontScheme name="Personnalisé 2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Texte et figures">
  <a:themeElements>
    <a:clrScheme name="Shifters">
      <a:dk1>
        <a:srgbClr val="282828"/>
      </a:dk1>
      <a:lt1>
        <a:srgbClr val="FFFFFF"/>
      </a:lt1>
      <a:dk2>
        <a:srgbClr val="00004B"/>
      </a:dk2>
      <a:lt2>
        <a:srgbClr val="0023AA"/>
      </a:lt2>
      <a:accent1>
        <a:srgbClr val="4BD2AF"/>
      </a:accent1>
      <a:accent2>
        <a:srgbClr val="00788C"/>
      </a:accent2>
      <a:accent3>
        <a:srgbClr val="2D4182"/>
      </a:accent3>
      <a:accent4>
        <a:srgbClr val="DC4B78"/>
      </a:accent4>
      <a:accent5>
        <a:srgbClr val="F091B9"/>
      </a:accent5>
      <a:accent6>
        <a:srgbClr val="B7ECDE"/>
      </a:accent6>
      <a:hlink>
        <a:srgbClr val="00788C"/>
      </a:hlink>
      <a:folHlink>
        <a:srgbClr val="00788C"/>
      </a:folHlink>
    </a:clrScheme>
    <a:fontScheme name="Personnalisé 2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itres et chapitres">
  <a:themeElements>
    <a:clrScheme name="Shifters">
      <a:dk1>
        <a:srgbClr val="00004B"/>
      </a:dk1>
      <a:lt1>
        <a:srgbClr val="FFFFFF"/>
      </a:lt1>
      <a:dk2>
        <a:srgbClr val="00004B"/>
      </a:dk2>
      <a:lt2>
        <a:srgbClr val="0023AA"/>
      </a:lt2>
      <a:accent1>
        <a:srgbClr val="4BD2AF"/>
      </a:accent1>
      <a:accent2>
        <a:srgbClr val="00788C"/>
      </a:accent2>
      <a:accent3>
        <a:srgbClr val="2D4182"/>
      </a:accent3>
      <a:accent4>
        <a:srgbClr val="DC4B78"/>
      </a:accent4>
      <a:accent5>
        <a:srgbClr val="F091B9"/>
      </a:accent5>
      <a:accent6>
        <a:srgbClr val="B7ECDE"/>
      </a:accent6>
      <a:hlink>
        <a:srgbClr val="00788C"/>
      </a:hlink>
      <a:folHlink>
        <a:srgbClr val="00788C"/>
      </a:folHlink>
    </a:clrScheme>
    <a:fontScheme name="Personnalisé 2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</TotalTime>
  <Words>0</Words>
  <Application>Microsoft Office PowerPoint</Application>
  <PresentationFormat>Grand écran</PresentationFormat>
  <Paragraphs>0</Paragraphs>
  <Slides>0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0</vt:i4>
      </vt:variant>
      <vt:variant>
        <vt:lpstr>Diaporamas personnalisés</vt:lpstr>
      </vt:variant>
      <vt:variant>
        <vt:i4>3</vt:i4>
      </vt:variant>
    </vt:vector>
  </HeadingPairs>
  <TitlesOfParts>
    <vt:vector size="8" baseType="lpstr">
      <vt:lpstr>Arial</vt:lpstr>
      <vt:lpstr>Calibri</vt:lpstr>
      <vt:lpstr>Texte et figures</vt:lpstr>
      <vt:lpstr>3_Texte et figures</vt:lpstr>
      <vt:lpstr>Titres et chapitres</vt:lpstr>
      <vt:lpstr>Diaporama standard GP</vt:lpstr>
      <vt:lpstr>Mini-diaporama post-conférence (pour affichage en boucle)</vt:lpstr>
      <vt:lpstr>Diaporama pour export PDF (taille minimale + inclure les diapos cachées en sélectionnant ce diaporama personnalisé !)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Conférences The Shifters – Le Climat, et moi, et moi, et moi : douze solutions pour réduire mon impact sur le climat</dc:title>
  <dc:creator>Olivier Descout;Jason Saniez;Vincent d'Herbemont;Grégoire Carpentier;Raphaël Perotin;Marine Simoën</dc:creator>
  <cp:lastModifiedBy>Darckoune</cp:lastModifiedBy>
  <cp:revision>532</cp:revision>
  <dcterms:created xsi:type="dcterms:W3CDTF">2021-05-25T14:39:04Z</dcterms:created>
  <dcterms:modified xsi:type="dcterms:W3CDTF">2025-05-05T14:35:53Z</dcterms:modified>
  <cp:category>Changement climatique, comprendre, agir, échelle individuelle</cp:category>
</cp:coreProperties>
</file>
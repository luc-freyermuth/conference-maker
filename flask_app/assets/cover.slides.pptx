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3" r:id="rId1"/>
  </p:sldMasterIdLst>
  <p:notesMasterIdLst>
    <p:notesMasterId r:id="rId3"/>
  </p:notesMasterIdLst>
  <p:sldIdLst>
    <p:sldId id="328" r:id="rId2"/>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Olivier Descout" initials="OD" lastIdx="1" clrIdx="0">
    <p:extLst>
      <p:ext uri="{19B8F6BF-5375-455C-9EA6-DF929625EA0E}">
        <p15:presenceInfo xmlns:p15="http://schemas.microsoft.com/office/powerpoint/2012/main" userId="5e50569adf2a0a9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FAFF"/>
    <a:srgbClr val="282828"/>
    <a:srgbClr val="0023AA"/>
    <a:srgbClr val="1155CC"/>
    <a:srgbClr val="00788C"/>
    <a:srgbClr val="F091B9"/>
    <a:srgbClr val="0823AA"/>
    <a:srgbClr val="DC4B78"/>
    <a:srgbClr val="00004B"/>
    <a:srgbClr val="1E1E7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2DE63D5-997A-4646-A377-4702673A728D}" styleName="Style léger 2 - Accentuation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890" autoAdjust="0"/>
    <p:restoredTop sz="44125" autoAdjust="0"/>
  </p:normalViewPr>
  <p:slideViewPr>
    <p:cSldViewPr snapToGrid="0" showGuides="1">
      <p:cViewPr varScale="1">
        <p:scale>
          <a:sx n="49" d="100"/>
          <a:sy n="49" d="100"/>
        </p:scale>
        <p:origin x="3954" y="48"/>
      </p:cViewPr>
      <p:guideLst/>
    </p:cSldViewPr>
  </p:slideViewPr>
  <p:outlineViewPr>
    <p:cViewPr>
      <p:scale>
        <a:sx n="33" d="100"/>
        <a:sy n="33" d="100"/>
      </p:scale>
      <p:origin x="0" y="0"/>
    </p:cViewPr>
  </p:outlineViewPr>
  <p:notesTextViewPr>
    <p:cViewPr>
      <p:scale>
        <a:sx n="90" d="100"/>
        <a:sy n="90" d="100"/>
      </p:scale>
      <p:origin x="0" y="0"/>
    </p:cViewPr>
  </p:notesTextViewPr>
  <p:sorterViewPr>
    <p:cViewPr>
      <p:scale>
        <a:sx n="75" d="100"/>
        <a:sy n="75" d="100"/>
      </p:scale>
      <p:origin x="0" y="-6024"/>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notesMaster" Target="notesMasters/notesMaster1.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commentAuthors" Target="commen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8E227CC-8F40-43A0-A784-1E77C9226FBC}" type="datetimeFigureOut">
              <a:rPr lang="fr-FR" smtClean="0"/>
              <a:t>19/05/2025</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F4D65A-1715-468F-B794-3B7668D934DA}" type="slidenum">
              <a:rPr lang="fr-FR" smtClean="0"/>
              <a:t>‹N°›</a:t>
            </a:fld>
            <a:endParaRPr lang="fr-FR"/>
          </a:p>
        </p:txBody>
      </p:sp>
    </p:spTree>
    <p:extLst>
      <p:ext uri="{BB962C8B-B14F-4D97-AF65-F5344CB8AC3E}">
        <p14:creationId xmlns:p14="http://schemas.microsoft.com/office/powerpoint/2010/main" val="15362422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a:buSzPts val="1400"/>
            </a:pPr>
            <a:r>
              <a:rPr lang="fr-FR" b="1" i="0" u="none" strike="noStrike" dirty="0">
                <a:solidFill>
                  <a:schemeClr val="dk1"/>
                </a:solidFill>
                <a:latin typeface="Arial"/>
                <a:ea typeface="Arial"/>
                <a:cs typeface="Arial"/>
                <a:sym typeface="Arial"/>
              </a:rPr>
              <a:t>Points clés :</a:t>
            </a:r>
            <a:endParaRPr lang="fr-FR" i="1" dirty="0">
              <a:solidFill>
                <a:srgbClr val="595959"/>
              </a:solidFill>
            </a:endParaRPr>
          </a:p>
          <a:p>
            <a:pPr marL="171450" lvl="0" indent="-171450" algn="l" rtl="0">
              <a:spcBef>
                <a:spcPts val="0"/>
              </a:spcBef>
              <a:spcAft>
                <a:spcPts val="0"/>
              </a:spcAft>
              <a:buClr>
                <a:srgbClr val="595959"/>
              </a:buClr>
              <a:buSzPts val="900"/>
              <a:buFont typeface="Arial"/>
              <a:buChar char="•"/>
            </a:pPr>
            <a:r>
              <a:rPr lang="fr-FR" i="1" dirty="0">
                <a:solidFill>
                  <a:srgbClr val="595959"/>
                </a:solidFill>
              </a:rPr>
              <a:t>Présenter les conférenciers</a:t>
            </a:r>
            <a:endParaRPr lang="fr-FR" dirty="0"/>
          </a:p>
          <a:p>
            <a:pPr marL="0" lvl="0" indent="0" algn="l" rtl="0">
              <a:spcBef>
                <a:spcPts val="0"/>
              </a:spcBef>
              <a:spcAft>
                <a:spcPts val="0"/>
              </a:spcAft>
              <a:buClr>
                <a:srgbClr val="595959"/>
              </a:buClr>
              <a:buSzPts val="900"/>
              <a:buFont typeface="Arial"/>
              <a:buNone/>
            </a:pPr>
            <a:r>
              <a:rPr lang="fr-FR" dirty="0">
                <a:solidFill>
                  <a:srgbClr val="595959"/>
                </a:solidFill>
              </a:rPr>
              <a:t>Nous sommes des bénévoles soutenant l’association The Shift Project, un laboratoire d’idées qui milite pour la décarbonation de l’économie.</a:t>
            </a:r>
            <a:endParaRPr lang="fr-FR" i="0" dirty="0">
              <a:solidFill>
                <a:srgbClr val="595959"/>
              </a:solidFill>
            </a:endParaRPr>
          </a:p>
          <a:p>
            <a:pPr marL="171450" lvl="0" indent="-171450" algn="l" rtl="0">
              <a:spcBef>
                <a:spcPts val="0"/>
              </a:spcBef>
              <a:spcAft>
                <a:spcPts val="0"/>
              </a:spcAft>
              <a:buClr>
                <a:srgbClr val="595959"/>
              </a:buClr>
              <a:buSzPts val="900"/>
              <a:buFont typeface="Arial"/>
              <a:buChar char="•"/>
            </a:pPr>
            <a:r>
              <a:rPr lang="fr-FR" i="1" dirty="0">
                <a:solidFill>
                  <a:srgbClr val="595959"/>
                </a:solidFill>
              </a:rPr>
              <a:t>Remerciements (demander </a:t>
            </a:r>
            <a:r>
              <a:rPr lang="fr-FR" i="1" u="sng" dirty="0">
                <a:solidFill>
                  <a:srgbClr val="595959"/>
                </a:solidFill>
              </a:rPr>
              <a:t>avant</a:t>
            </a:r>
            <a:r>
              <a:rPr lang="fr-FR" i="1" dirty="0">
                <a:solidFill>
                  <a:srgbClr val="595959"/>
                </a:solidFill>
              </a:rPr>
              <a:t> la conférence à l’organisateur </a:t>
            </a:r>
            <a:r>
              <a:rPr lang="fr-FR" i="1" u="sng" dirty="0">
                <a:solidFill>
                  <a:srgbClr val="595959"/>
                </a:solidFill>
              </a:rPr>
              <a:t>qui il faut remercier</a:t>
            </a:r>
            <a:r>
              <a:rPr lang="fr-FR" i="1" u="none" dirty="0">
                <a:solidFill>
                  <a:srgbClr val="595959"/>
                </a:solidFill>
              </a:rPr>
              <a:t> </a:t>
            </a:r>
            <a:r>
              <a:rPr lang="fr-FR" i="1" dirty="0">
                <a:solidFill>
                  <a:srgbClr val="595959"/>
                </a:solidFill>
              </a:rPr>
              <a:t>: lieu d’accueil, entité organisatrice, etc.)</a:t>
            </a:r>
            <a:endParaRPr lang="fr-FR" dirty="0"/>
          </a:p>
          <a:p>
            <a:pPr marL="171450" lvl="0" indent="-171450" algn="l" rtl="0">
              <a:spcBef>
                <a:spcPts val="0"/>
              </a:spcBef>
              <a:spcAft>
                <a:spcPts val="0"/>
              </a:spcAft>
              <a:buClr>
                <a:srgbClr val="595959"/>
              </a:buClr>
              <a:buSzPts val="900"/>
              <a:buFont typeface="Arial"/>
              <a:buChar char="•"/>
            </a:pPr>
            <a:r>
              <a:rPr lang="fr-FR" i="1" dirty="0">
                <a:solidFill>
                  <a:srgbClr val="595959"/>
                </a:solidFill>
              </a:rPr>
              <a:t>Annoncer la durée de la conférence et qu’il y aura des questions-réponses ensuite (ou pas)</a:t>
            </a:r>
            <a:endParaRPr lang="fr-FR" dirty="0"/>
          </a:p>
          <a:p>
            <a:pPr marL="171450" lvl="0" indent="-171450" algn="l" rtl="0">
              <a:spcBef>
                <a:spcPts val="0"/>
              </a:spcBef>
              <a:spcAft>
                <a:spcPts val="0"/>
              </a:spcAft>
              <a:buClr>
                <a:srgbClr val="595959"/>
              </a:buClr>
              <a:buSzPts val="900"/>
              <a:buFont typeface="Arial"/>
              <a:buChar char="•"/>
            </a:pPr>
            <a:r>
              <a:rPr lang="fr-FR" i="1" dirty="0">
                <a:solidFill>
                  <a:srgbClr val="595959"/>
                </a:solidFill>
              </a:rPr>
              <a:t>[Option: 1</a:t>
            </a:r>
            <a:r>
              <a:rPr lang="fr-FR" i="1" baseline="30000" dirty="0">
                <a:solidFill>
                  <a:srgbClr val="595959"/>
                </a:solidFill>
              </a:rPr>
              <a:t>ère</a:t>
            </a:r>
            <a:r>
              <a:rPr lang="fr-FR" i="1" dirty="0">
                <a:solidFill>
                  <a:srgbClr val="595959"/>
                </a:solidFill>
              </a:rPr>
              <a:t> interaction immédiate avec le public</a:t>
            </a:r>
            <a:r>
              <a:rPr lang="fr-FR" i="0" dirty="0">
                <a:solidFill>
                  <a:srgbClr val="595959"/>
                </a:solidFill>
              </a:rPr>
              <a:t> « est-ce qu’il y a des sujets que vous souhaitez qu’on aborde / est-ce que vous avez des attentes particulières vis-à-vis de cette conférence ? » </a:t>
            </a:r>
            <a:r>
              <a:rPr lang="fr-FR" i="1" dirty="0">
                <a:solidFill>
                  <a:srgbClr val="595959"/>
                </a:solidFill>
              </a:rPr>
              <a:t>Dans ce cas, noter les réponses, réagir éventuellement très brièvement dessus, notamment en annonçant ce qui ne sera pas traité et devra donc l’être dans les questions-réponses]</a:t>
            </a:r>
          </a:p>
          <a:p>
            <a:pPr marL="171450" lvl="0" indent="-171450" algn="l" rtl="0">
              <a:spcBef>
                <a:spcPts val="0"/>
              </a:spcBef>
              <a:spcAft>
                <a:spcPts val="0"/>
              </a:spcAft>
              <a:buClr>
                <a:srgbClr val="595959"/>
              </a:buClr>
              <a:buSzPts val="900"/>
              <a:buFont typeface="Arial"/>
              <a:buChar char="•"/>
            </a:pPr>
            <a:endParaRPr lang="fr-FR" dirty="0"/>
          </a:p>
          <a:p>
            <a:pPr marL="0" lvl="0" indent="0" algn="l" rtl="0">
              <a:spcBef>
                <a:spcPts val="0"/>
              </a:spcBef>
              <a:spcAft>
                <a:spcPts val="0"/>
              </a:spcAft>
              <a:buClr>
                <a:srgbClr val="595959"/>
              </a:buClr>
              <a:buSzPts val="900"/>
              <a:buFont typeface="Arial"/>
              <a:buNone/>
            </a:pPr>
            <a:r>
              <a:rPr lang="fr-FR" i="0" u="none" dirty="0">
                <a:solidFill>
                  <a:srgbClr val="595959"/>
                </a:solidFill>
              </a:rPr>
              <a:t>Synthèse des éléments à personnaliser / préparer avant chaque conférence</a:t>
            </a:r>
          </a:p>
          <a:p>
            <a:pPr marL="171450" lvl="0" indent="-114300" algn="l" rtl="0">
              <a:spcBef>
                <a:spcPts val="0"/>
              </a:spcBef>
              <a:spcAft>
                <a:spcPts val="0"/>
              </a:spcAft>
              <a:buClr>
                <a:srgbClr val="595959"/>
              </a:buClr>
              <a:buSzPts val="900"/>
              <a:buFont typeface="Arial"/>
              <a:buNone/>
            </a:pPr>
            <a:endParaRPr lang="fr-FR" i="0" u="none" dirty="0">
              <a:solidFill>
                <a:srgbClr val="595959"/>
              </a:solidFill>
            </a:endParaRPr>
          </a:p>
          <a:p>
            <a:pPr marL="171450" lvl="0" indent="-171450" algn="l" rtl="0">
              <a:spcBef>
                <a:spcPts val="0"/>
              </a:spcBef>
              <a:spcAft>
                <a:spcPts val="0"/>
              </a:spcAft>
              <a:buClr>
                <a:srgbClr val="595959"/>
              </a:buClr>
              <a:buSzPts val="900"/>
              <a:buFont typeface="Arial"/>
              <a:buChar char="•"/>
            </a:pPr>
            <a:r>
              <a:rPr lang="fr-FR" i="0" u="none" dirty="0">
                <a:solidFill>
                  <a:srgbClr val="595959"/>
                </a:solidFill>
              </a:rPr>
              <a:t>Prépa logistique:</a:t>
            </a:r>
            <a:endParaRPr lang="fr-FR" u="none" dirty="0"/>
          </a:p>
          <a:p>
            <a:pPr marL="628650" lvl="1" indent="-171450" algn="l" rtl="0">
              <a:spcBef>
                <a:spcPts val="0"/>
              </a:spcBef>
              <a:spcAft>
                <a:spcPts val="0"/>
              </a:spcAft>
              <a:buClr>
                <a:srgbClr val="595959"/>
              </a:buClr>
              <a:buSzPts val="900"/>
              <a:buFont typeface="Arial"/>
              <a:buChar char="•"/>
            </a:pPr>
            <a:r>
              <a:rPr lang="fr-FR" i="0" u="none" dirty="0">
                <a:solidFill>
                  <a:srgbClr val="595959"/>
                </a:solidFill>
              </a:rPr>
              <a:t>Pour l’introduction de la conférence, qui faut-il remercier (organisateurs, partenaires, etc.) ? Pour les éventuels élus ou VIP présents, on peut simplement les remercier de leur présence.</a:t>
            </a:r>
            <a:endParaRPr lang="fr-FR" u="none" dirty="0"/>
          </a:p>
          <a:p>
            <a:pPr marL="628650" lvl="1" indent="-171450" algn="l" rtl="0">
              <a:spcBef>
                <a:spcPts val="0"/>
              </a:spcBef>
              <a:spcAft>
                <a:spcPts val="0"/>
              </a:spcAft>
              <a:buClr>
                <a:srgbClr val="595959"/>
              </a:buClr>
              <a:buSzPts val="900"/>
              <a:buFont typeface="Arial"/>
              <a:buChar char="•"/>
            </a:pPr>
            <a:r>
              <a:rPr lang="fr-FR" i="0" u="none" dirty="0">
                <a:solidFill>
                  <a:srgbClr val="595959"/>
                </a:solidFill>
              </a:rPr>
              <a:t>Horaires précis de la conférence, notamment: </a:t>
            </a:r>
            <a:endParaRPr lang="fr-FR" u="none" dirty="0"/>
          </a:p>
          <a:p>
            <a:pPr marL="1085850" lvl="2" indent="-171450" algn="l" rtl="0">
              <a:spcBef>
                <a:spcPts val="0"/>
              </a:spcBef>
              <a:spcAft>
                <a:spcPts val="0"/>
              </a:spcAft>
              <a:buClr>
                <a:srgbClr val="595959"/>
              </a:buClr>
              <a:buSzPts val="900"/>
              <a:buFont typeface="Arial"/>
              <a:buChar char="•"/>
            </a:pPr>
            <a:r>
              <a:rPr lang="fr-FR" i="0" u="none" dirty="0">
                <a:solidFill>
                  <a:srgbClr val="595959"/>
                </a:solidFill>
              </a:rPr>
              <a:t>La salle sera-t-elle disponible avant la conférence, et si oui combien de temps avant ?</a:t>
            </a:r>
            <a:endParaRPr lang="fr-FR" u="none" dirty="0"/>
          </a:p>
          <a:p>
            <a:pPr marL="1085850" lvl="2" indent="-171450" algn="l" rtl="0">
              <a:spcBef>
                <a:spcPts val="0"/>
              </a:spcBef>
              <a:spcAft>
                <a:spcPts val="0"/>
              </a:spcAft>
              <a:buClr>
                <a:srgbClr val="595959"/>
              </a:buClr>
              <a:buSzPts val="900"/>
              <a:buFont typeface="Arial"/>
              <a:buChar char="•"/>
            </a:pPr>
            <a:r>
              <a:rPr lang="fr-FR" i="0" u="none" dirty="0">
                <a:solidFill>
                  <a:srgbClr val="595959"/>
                </a:solidFill>
              </a:rPr>
              <a:t>Y a-t-il une heure à laquelle il faut avoir fini / évacué les lieux ?</a:t>
            </a:r>
            <a:endParaRPr lang="fr-FR" u="none" dirty="0"/>
          </a:p>
          <a:p>
            <a:pPr marL="628650" lvl="1" indent="-171450" algn="l" rtl="0">
              <a:spcBef>
                <a:spcPts val="0"/>
              </a:spcBef>
              <a:spcAft>
                <a:spcPts val="0"/>
              </a:spcAft>
              <a:buClr>
                <a:srgbClr val="595959"/>
              </a:buClr>
              <a:buSzPts val="900"/>
              <a:buFont typeface="Arial"/>
              <a:buChar char="•"/>
            </a:pPr>
            <a:r>
              <a:rPr lang="fr-FR" i="0" u="none" dirty="0">
                <a:solidFill>
                  <a:srgbClr val="595959"/>
                </a:solidFill>
              </a:rPr>
              <a:t>Disposition de la salle: </a:t>
            </a:r>
            <a:endParaRPr lang="fr-FR" u="none" dirty="0"/>
          </a:p>
          <a:p>
            <a:pPr marL="1085850" lvl="2" indent="-171450" algn="l" rtl="0">
              <a:spcBef>
                <a:spcPts val="0"/>
              </a:spcBef>
              <a:spcAft>
                <a:spcPts val="0"/>
              </a:spcAft>
              <a:buClr>
                <a:srgbClr val="595959"/>
              </a:buClr>
              <a:buSzPts val="900"/>
              <a:buFont typeface="Arial"/>
              <a:buChar char="•"/>
            </a:pPr>
            <a:r>
              <a:rPr lang="fr-FR" i="0" u="none" dirty="0">
                <a:solidFill>
                  <a:srgbClr val="595959"/>
                </a:solidFill>
              </a:rPr>
              <a:t>Quelle est la jauge de la salle ? (utile pour la communication notamment) </a:t>
            </a:r>
            <a:endParaRPr lang="fr-FR" u="none" dirty="0"/>
          </a:p>
          <a:p>
            <a:pPr marL="1085850" lvl="2" indent="-171450" algn="l" rtl="0">
              <a:spcBef>
                <a:spcPts val="0"/>
              </a:spcBef>
              <a:spcAft>
                <a:spcPts val="0"/>
              </a:spcAft>
              <a:buClr>
                <a:srgbClr val="595959"/>
              </a:buClr>
              <a:buSzPts val="900"/>
              <a:buFont typeface="Arial"/>
              <a:buChar char="•"/>
            </a:pPr>
            <a:r>
              <a:rPr lang="fr-FR" i="0" u="none" dirty="0">
                <a:solidFill>
                  <a:srgbClr val="595959"/>
                </a:solidFill>
              </a:rPr>
              <a:t>Les chaises seront-elles installées avant la conférence, ou faudra-t-il le faire en arrivant ?</a:t>
            </a:r>
            <a:endParaRPr lang="fr-FR" u="none" dirty="0"/>
          </a:p>
          <a:p>
            <a:pPr marL="1085850" lvl="2" indent="-171450" algn="l" rtl="0">
              <a:spcBef>
                <a:spcPts val="0"/>
              </a:spcBef>
              <a:spcAft>
                <a:spcPts val="0"/>
              </a:spcAft>
              <a:buClr>
                <a:srgbClr val="595959"/>
              </a:buClr>
              <a:buSzPts val="900"/>
              <a:buFont typeface="Arial"/>
              <a:buChar char="•"/>
            </a:pPr>
            <a:r>
              <a:rPr lang="fr-FR" i="0" u="none" dirty="0">
                <a:solidFill>
                  <a:srgbClr val="595959"/>
                </a:solidFill>
              </a:rPr>
              <a:t>Y aura-t-il un paperboard, avec stylos-feutres épais ?</a:t>
            </a:r>
            <a:endParaRPr lang="fr-FR" u="none" dirty="0"/>
          </a:p>
          <a:p>
            <a:pPr marL="1085850" lvl="2" indent="-171450" algn="l" rtl="0">
              <a:spcBef>
                <a:spcPts val="0"/>
              </a:spcBef>
              <a:spcAft>
                <a:spcPts val="0"/>
              </a:spcAft>
              <a:buClr>
                <a:srgbClr val="595959"/>
              </a:buClr>
              <a:buSzPts val="900"/>
              <a:buFont typeface="Arial"/>
              <a:buChar char="•"/>
            </a:pPr>
            <a:r>
              <a:rPr lang="fr-FR" i="0" u="none" dirty="0">
                <a:solidFill>
                  <a:srgbClr val="595959"/>
                </a:solidFill>
              </a:rPr>
              <a:t>Y a-t-il une horloge visible depuis l’endroit où seront les conférenciers ?</a:t>
            </a:r>
            <a:endParaRPr lang="fr-FR" u="none" dirty="0"/>
          </a:p>
          <a:p>
            <a:pPr marL="1085850" lvl="2" indent="-171450" algn="l" rtl="0">
              <a:spcBef>
                <a:spcPts val="0"/>
              </a:spcBef>
              <a:spcAft>
                <a:spcPts val="0"/>
              </a:spcAft>
              <a:buClr>
                <a:srgbClr val="595959"/>
              </a:buClr>
              <a:buSzPts val="900"/>
              <a:buFont typeface="Arial"/>
              <a:buChar char="•"/>
            </a:pPr>
            <a:r>
              <a:rPr lang="fr-FR" i="0" u="none" dirty="0">
                <a:solidFill>
                  <a:srgbClr val="595959"/>
                </a:solidFill>
              </a:rPr>
              <a:t>Quelle devrait être la luminosité de la salle pendant la conférence (pour la visibilité des supports projetés et pour la captation vidéos éventuelle)</a:t>
            </a:r>
            <a:endParaRPr lang="fr-FR" u="none" dirty="0"/>
          </a:p>
          <a:p>
            <a:pPr marL="1085850" lvl="2" indent="-171450" algn="l" rtl="0">
              <a:spcBef>
                <a:spcPts val="0"/>
              </a:spcBef>
              <a:spcAft>
                <a:spcPts val="0"/>
              </a:spcAft>
              <a:buClr>
                <a:srgbClr val="595959"/>
              </a:buClr>
              <a:buSzPts val="900"/>
              <a:buFont typeface="Arial"/>
              <a:buChar char="•"/>
            </a:pPr>
            <a:r>
              <a:rPr lang="fr-FR" i="0" u="none" dirty="0">
                <a:solidFill>
                  <a:srgbClr val="595959"/>
                </a:solidFill>
              </a:rPr>
              <a:t>Penser à prendre un pointeur (compatible avec le PC utilisé !)</a:t>
            </a:r>
            <a:endParaRPr lang="fr-FR" u="none" dirty="0"/>
          </a:p>
          <a:p>
            <a:pPr marL="628650" lvl="1" indent="-171450" algn="l" rtl="0">
              <a:spcBef>
                <a:spcPts val="0"/>
              </a:spcBef>
              <a:spcAft>
                <a:spcPts val="0"/>
              </a:spcAft>
              <a:buClr>
                <a:srgbClr val="595959"/>
              </a:buClr>
              <a:buSzPts val="900"/>
              <a:buFont typeface="Arial"/>
              <a:buChar char="•"/>
            </a:pPr>
            <a:r>
              <a:rPr lang="fr-FR" i="0" u="none" dirty="0">
                <a:solidFill>
                  <a:srgbClr val="595959"/>
                </a:solidFill>
              </a:rPr>
              <a:t>Projection des supports:</a:t>
            </a:r>
            <a:endParaRPr lang="fr-FR" u="none" dirty="0"/>
          </a:p>
          <a:p>
            <a:pPr marL="1085850" lvl="2" indent="-171450" algn="l" rtl="0">
              <a:spcBef>
                <a:spcPts val="0"/>
              </a:spcBef>
              <a:spcAft>
                <a:spcPts val="0"/>
              </a:spcAft>
              <a:buClr>
                <a:srgbClr val="595959"/>
              </a:buClr>
              <a:buSzPts val="900"/>
              <a:buFont typeface="Arial"/>
              <a:buChar char="•"/>
            </a:pPr>
            <a:r>
              <a:rPr lang="fr-FR" i="0" u="none" dirty="0">
                <a:solidFill>
                  <a:srgbClr val="595959"/>
                </a:solidFill>
              </a:rPr>
              <a:t>Y aura-t-il un projecteur ?</a:t>
            </a:r>
            <a:endParaRPr lang="fr-FR" u="none" dirty="0"/>
          </a:p>
          <a:p>
            <a:pPr marL="1085850" lvl="2" indent="-171450" algn="l" rtl="0">
              <a:spcBef>
                <a:spcPts val="0"/>
              </a:spcBef>
              <a:spcAft>
                <a:spcPts val="0"/>
              </a:spcAft>
              <a:buClr>
                <a:srgbClr val="595959"/>
              </a:buClr>
              <a:buSzPts val="900"/>
              <a:buFont typeface="Arial"/>
              <a:buChar char="•"/>
            </a:pPr>
            <a:r>
              <a:rPr lang="fr-FR" i="0" u="none" dirty="0">
                <a:solidFill>
                  <a:srgbClr val="595959"/>
                </a:solidFill>
              </a:rPr>
              <a:t>Si oui, quelle est la connectique (VGA, HDMI, etc.) et le(s) PC des </a:t>
            </a:r>
            <a:r>
              <a:rPr lang="fr-FR" i="0" u="none" dirty="0" err="1">
                <a:solidFill>
                  <a:srgbClr val="595959"/>
                </a:solidFill>
              </a:rPr>
              <a:t>Shifters</a:t>
            </a:r>
            <a:r>
              <a:rPr lang="fr-FR" i="0" u="none" dirty="0">
                <a:solidFill>
                  <a:srgbClr val="595959"/>
                </a:solidFill>
              </a:rPr>
              <a:t> est-il compatible ?</a:t>
            </a:r>
            <a:endParaRPr lang="fr-FR" u="none" dirty="0"/>
          </a:p>
          <a:p>
            <a:pPr marL="1085850" lvl="2" indent="-171450" algn="l" rtl="0">
              <a:spcBef>
                <a:spcPts val="0"/>
              </a:spcBef>
              <a:spcAft>
                <a:spcPts val="0"/>
              </a:spcAft>
              <a:buClr>
                <a:srgbClr val="595959"/>
              </a:buClr>
              <a:buSzPts val="900"/>
              <a:buFont typeface="Arial"/>
              <a:buChar char="•"/>
            </a:pPr>
            <a:r>
              <a:rPr lang="fr-FR" i="0" u="none" dirty="0">
                <a:solidFill>
                  <a:srgbClr val="595959"/>
                </a:solidFill>
              </a:rPr>
              <a:t>Où sera situé le projecteur et, surtout, le PC des </a:t>
            </a:r>
            <a:r>
              <a:rPr lang="fr-FR" i="0" u="none" dirty="0" err="1">
                <a:solidFill>
                  <a:srgbClr val="595959"/>
                </a:solidFill>
              </a:rPr>
              <a:t>Shifters</a:t>
            </a:r>
            <a:r>
              <a:rPr lang="fr-FR" i="0" u="none" dirty="0">
                <a:solidFill>
                  <a:srgbClr val="595959"/>
                </a:solidFill>
              </a:rPr>
              <a:t> qui lui sera relié (c’est sur le PC qu’est connecté l’éventuel pointeur)</a:t>
            </a:r>
            <a:endParaRPr lang="fr-FR" u="none" dirty="0"/>
          </a:p>
          <a:p>
            <a:pPr marL="628650" lvl="1" indent="-171450" algn="l" rtl="0">
              <a:spcBef>
                <a:spcPts val="0"/>
              </a:spcBef>
              <a:spcAft>
                <a:spcPts val="0"/>
              </a:spcAft>
              <a:buClr>
                <a:srgbClr val="595959"/>
              </a:buClr>
              <a:buSzPts val="900"/>
              <a:buFont typeface="Arial"/>
              <a:buChar char="•"/>
            </a:pPr>
            <a:r>
              <a:rPr lang="fr-FR" i="0" u="none" dirty="0">
                <a:solidFill>
                  <a:srgbClr val="595959"/>
                </a:solidFill>
              </a:rPr>
              <a:t>Captation: les organisateurs / les </a:t>
            </a:r>
            <a:r>
              <a:rPr lang="fr-FR" i="0" u="none" dirty="0" err="1">
                <a:solidFill>
                  <a:srgbClr val="595959"/>
                </a:solidFill>
              </a:rPr>
              <a:t>Shifters</a:t>
            </a:r>
            <a:r>
              <a:rPr lang="fr-FR" i="0" u="none" dirty="0">
                <a:solidFill>
                  <a:srgbClr val="595959"/>
                </a:solidFill>
              </a:rPr>
              <a:t> prévoient-ils une captation ? Si oui : </a:t>
            </a:r>
            <a:endParaRPr lang="fr-FR" u="none" dirty="0"/>
          </a:p>
          <a:p>
            <a:pPr marL="1085850" lvl="2" indent="-171450" algn="l" rtl="0">
              <a:spcBef>
                <a:spcPts val="0"/>
              </a:spcBef>
              <a:spcAft>
                <a:spcPts val="0"/>
              </a:spcAft>
              <a:buClr>
                <a:srgbClr val="595959"/>
              </a:buClr>
              <a:buSzPts val="900"/>
              <a:buFont typeface="Arial"/>
              <a:buChar char="•"/>
            </a:pPr>
            <a:r>
              <a:rPr lang="fr-FR" i="0" u="none" dirty="0">
                <a:solidFill>
                  <a:srgbClr val="595959"/>
                </a:solidFill>
              </a:rPr>
              <a:t>Pour la vidéo, faire un test de cadrage (les conférenciers se déplacent souvent), et s’assurer que les conditions de luminosité seront convenables. </a:t>
            </a:r>
            <a:endParaRPr lang="fr-FR" u="none" dirty="0"/>
          </a:p>
          <a:p>
            <a:pPr marL="1085850" lvl="2" indent="-171450" algn="l" rtl="0">
              <a:spcBef>
                <a:spcPts val="0"/>
              </a:spcBef>
              <a:spcAft>
                <a:spcPts val="0"/>
              </a:spcAft>
              <a:buClr>
                <a:srgbClr val="595959"/>
              </a:buClr>
              <a:buSzPts val="900"/>
              <a:buFont typeface="Arial"/>
              <a:buChar char="•"/>
            </a:pPr>
            <a:r>
              <a:rPr lang="fr-FR" i="0" u="none" dirty="0">
                <a:solidFill>
                  <a:srgbClr val="595959"/>
                </a:solidFill>
              </a:rPr>
              <a:t>Pour le son, la difficulté est souvent d’avoir un son clair des conférenciers, surtout si la captation son est faite par la caméra (qui est généralement située loin d’eux), et de réussir à capter les questions/interventions du public. S’il y a des micros à disposition (pour les conférenciers et/ou le public), ces micros sont-ils également reliés à une sono dans la salle, ou ne servent-ils qu’à enregistrer ?</a:t>
            </a:r>
            <a:endParaRPr lang="fr-FR" u="none" dirty="0"/>
          </a:p>
          <a:p>
            <a:pPr marL="628650" lvl="1" indent="-171450" algn="l" rtl="0">
              <a:spcBef>
                <a:spcPts val="0"/>
              </a:spcBef>
              <a:spcAft>
                <a:spcPts val="0"/>
              </a:spcAft>
              <a:buClr>
                <a:srgbClr val="595959"/>
              </a:buClr>
              <a:buSzPts val="900"/>
              <a:buFont typeface="Arial"/>
              <a:buChar char="•"/>
            </a:pPr>
            <a:r>
              <a:rPr lang="fr-FR" i="0" u="none" dirty="0">
                <a:solidFill>
                  <a:srgbClr val="595959"/>
                </a:solidFill>
              </a:rPr>
              <a:t>Communication sur place:</a:t>
            </a:r>
            <a:endParaRPr lang="fr-FR" u="none" dirty="0"/>
          </a:p>
          <a:p>
            <a:pPr marL="1085850" lvl="2" indent="-171450" algn="l" rtl="0">
              <a:spcBef>
                <a:spcPts val="0"/>
              </a:spcBef>
              <a:spcAft>
                <a:spcPts val="0"/>
              </a:spcAft>
              <a:buClr>
                <a:srgbClr val="595959"/>
              </a:buClr>
              <a:buSzPts val="900"/>
              <a:buFont typeface="Arial"/>
              <a:buChar char="•"/>
            </a:pPr>
            <a:r>
              <a:rPr lang="fr-FR" i="0" u="none" dirty="0">
                <a:solidFill>
                  <a:srgbClr val="595959"/>
                </a:solidFill>
              </a:rPr>
              <a:t>Envoyer un support de communication / affiche aux organisateurs pour qu’ils l’annoncent</a:t>
            </a:r>
            <a:endParaRPr lang="fr-FR" u="none" dirty="0"/>
          </a:p>
          <a:p>
            <a:pPr marL="1085850" lvl="2" indent="-171450" algn="l" rtl="0">
              <a:spcBef>
                <a:spcPts val="0"/>
              </a:spcBef>
              <a:spcAft>
                <a:spcPts val="0"/>
              </a:spcAft>
              <a:buClr>
                <a:srgbClr val="595959"/>
              </a:buClr>
              <a:buSzPts val="900"/>
              <a:buFont typeface="Arial"/>
              <a:buChar char="•"/>
            </a:pPr>
            <a:r>
              <a:rPr lang="fr-FR" i="0" u="none" dirty="0">
                <a:solidFill>
                  <a:srgbClr val="595959"/>
                </a:solidFill>
              </a:rPr>
              <a:t>Demander qu’ils installent des affiches le jour de la conférence pour guider vers la salle où elle a lieu</a:t>
            </a:r>
            <a:endParaRPr lang="fr-FR" u="none" dirty="0"/>
          </a:p>
          <a:p>
            <a:pPr marL="1085850" lvl="2" indent="-171450" algn="l" rtl="0">
              <a:spcBef>
                <a:spcPts val="0"/>
              </a:spcBef>
              <a:spcAft>
                <a:spcPts val="0"/>
              </a:spcAft>
              <a:buClr>
                <a:srgbClr val="595959"/>
              </a:buClr>
              <a:buSzPts val="900"/>
              <a:buFont typeface="Arial"/>
              <a:buChar char="•"/>
            </a:pPr>
            <a:r>
              <a:rPr lang="fr-FR" i="0" u="none" dirty="0">
                <a:solidFill>
                  <a:srgbClr val="595959"/>
                </a:solidFill>
              </a:rPr>
              <a:t>Apporter des documents avec lesquels le public peut repartir : exemplaires du Manifeste et/ou du livre Décarbonons à vendre, des calendrier des saisons fruits &amp; légumes, une synthèse des actions à mener (diapo à créer)</a:t>
            </a:r>
            <a:endParaRPr lang="fr-FR" u="none" dirty="0"/>
          </a:p>
        </p:txBody>
      </p:sp>
      <p:sp>
        <p:nvSpPr>
          <p:cNvPr id="4" name="Espace réservé du numéro de diapositive 3"/>
          <p:cNvSpPr>
            <a:spLocks noGrp="1"/>
          </p:cNvSpPr>
          <p:nvPr>
            <p:ph type="sldNum" sz="quarter" idx="5"/>
          </p:nvPr>
        </p:nvSpPr>
        <p:spPr/>
        <p:txBody>
          <a:bodyPr/>
          <a:lstStyle/>
          <a:p>
            <a:fld id="{A6F4D65A-1715-468F-B794-3B7668D934DA}" type="slidenum">
              <a:rPr lang="fr-FR" smtClean="0"/>
              <a:t>1</a:t>
            </a:fld>
            <a:endParaRPr lang="fr-FR"/>
          </a:p>
        </p:txBody>
      </p:sp>
    </p:spTree>
    <p:extLst>
      <p:ext uri="{BB962C8B-B14F-4D97-AF65-F5344CB8AC3E}">
        <p14:creationId xmlns:p14="http://schemas.microsoft.com/office/powerpoint/2010/main" val="22344831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0 - 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9682049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 - Sans titr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CC019DB-F5AE-2462-900E-66339ACD9D1B}"/>
              </a:ext>
            </a:extLst>
          </p:cNvPr>
          <p:cNvSpPr>
            <a:spLocks noGrp="1"/>
          </p:cNvSpPr>
          <p:nvPr>
            <p:ph type="sldNum" sz="quarter" idx="10"/>
          </p:nvPr>
        </p:nvSpPr>
        <p:spPr>
          <a:xfrm>
            <a:off x="10728892" y="6612731"/>
            <a:ext cx="760639" cy="199833"/>
          </a:xfrm>
          <a:prstGeom prst="rect">
            <a:avLst/>
          </a:prstGeom>
        </p:spPr>
        <p:txBody>
          <a:bodyPr vert="horz" lIns="0" tIns="0" rIns="0" bIns="0" rtlCol="0" anchor="ctr"/>
          <a:lstStyle>
            <a:defPPr>
              <a:defRPr lang="fr-FR"/>
            </a:defPPr>
            <a:lvl1pPr marL="0" algn="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0E0E155-A4C6-4C24-B5DD-AE65EC126F8C}" type="slidenum">
              <a:rPr lang="fr-FR" smtClean="0"/>
              <a:pPr/>
              <a:t>‹N°›</a:t>
            </a:fld>
            <a:endParaRPr lang="fr-FR" dirty="0"/>
          </a:p>
        </p:txBody>
      </p:sp>
      <p:pic>
        <p:nvPicPr>
          <p:cNvPr id="2" name="Google Shape;36;p22">
            <a:extLst>
              <a:ext uri="{FF2B5EF4-FFF2-40B4-BE49-F238E27FC236}">
                <a16:creationId xmlns:a16="http://schemas.microsoft.com/office/drawing/2014/main" id="{D71EC3E6-DCDE-B9D4-0646-3FB5F15318A2}"/>
              </a:ext>
            </a:extLst>
          </p:cNvPr>
          <p:cNvPicPr preferRelativeResize="0"/>
          <p:nvPr userDrawn="1"/>
        </p:nvPicPr>
        <p:blipFill>
          <a:blip r:embed="rId2">
            <a:extLst>
              <a:ext uri="{28A0092B-C50C-407E-A947-70E740481C1C}">
                <a14:useLocalDpi xmlns:a14="http://schemas.microsoft.com/office/drawing/2010/main" val="0"/>
              </a:ext>
            </a:extLst>
          </a:blip>
          <a:stretch>
            <a:fillRect/>
          </a:stretch>
        </p:blipFill>
        <p:spPr>
          <a:xfrm>
            <a:off x="11569430" y="6535135"/>
            <a:ext cx="549815" cy="277429"/>
          </a:xfrm>
          <a:prstGeom prst="rect">
            <a:avLst/>
          </a:prstGeom>
          <a:noFill/>
          <a:ln>
            <a:noFill/>
          </a:ln>
        </p:spPr>
      </p:pic>
    </p:spTree>
    <p:extLst>
      <p:ext uri="{BB962C8B-B14F-4D97-AF65-F5344CB8AC3E}">
        <p14:creationId xmlns:p14="http://schemas.microsoft.com/office/powerpoint/2010/main" val="4828897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 - Titre seul">
    <p:spTree>
      <p:nvGrpSpPr>
        <p:cNvPr id="1" name=""/>
        <p:cNvGrpSpPr/>
        <p:nvPr/>
      </p:nvGrpSpPr>
      <p:grpSpPr>
        <a:xfrm>
          <a:off x="0" y="0"/>
          <a:ext cx="0" cy="0"/>
          <a:chOff x="0" y="0"/>
          <a:chExt cx="0" cy="0"/>
        </a:xfrm>
      </p:grpSpPr>
      <p:sp>
        <p:nvSpPr>
          <p:cNvPr id="2" name="Titre 1"/>
          <p:cNvSpPr>
            <a:spLocks noGrp="1"/>
          </p:cNvSpPr>
          <p:nvPr>
            <p:ph type="title"/>
          </p:nvPr>
        </p:nvSpPr>
        <p:spPr>
          <a:xfrm>
            <a:off x="540000" y="540000"/>
            <a:ext cx="10801350" cy="340857"/>
          </a:xfrm>
          <a:prstGeom prst="rect">
            <a:avLst/>
          </a:prstGeom>
        </p:spPr>
        <p:txBody>
          <a:bodyPr vert="horz" lIns="0" tIns="0" rIns="0" bIns="0" rtlCol="0" anchor="t" anchorCtr="0">
            <a:normAutofit/>
          </a:bodyPr>
          <a:lstStyle>
            <a:lvl1pPr algn="l" defTabSz="914400" rtl="0" eaLnBrk="1" latinLnBrk="0" hangingPunct="1">
              <a:lnSpc>
                <a:spcPct val="90000"/>
              </a:lnSpc>
              <a:spcBef>
                <a:spcPct val="0"/>
              </a:spcBef>
              <a:spcAft>
                <a:spcPts val="1200"/>
              </a:spcAft>
              <a:buNone/>
              <a:defRPr sz="2400" b="1" kern="1200">
                <a:solidFill>
                  <a:schemeClr val="bg2"/>
                </a:solidFill>
                <a:latin typeface="+mj-lt"/>
                <a:ea typeface="+mj-ea"/>
                <a:cs typeface="+mj-cs"/>
              </a:defRPr>
            </a:lvl1pPr>
          </a:lstStyle>
          <a:p>
            <a:r>
              <a:rPr lang="fr-FR"/>
              <a:t>Modifiez le style du titre</a:t>
            </a:r>
          </a:p>
        </p:txBody>
      </p:sp>
      <p:sp>
        <p:nvSpPr>
          <p:cNvPr id="3" name="Espace réservé du numéro de diapositive 2"/>
          <p:cNvSpPr>
            <a:spLocks noGrp="1"/>
          </p:cNvSpPr>
          <p:nvPr>
            <p:ph type="sldNum" sz="quarter" idx="10"/>
          </p:nvPr>
        </p:nvSpPr>
        <p:spPr>
          <a:xfrm>
            <a:off x="10728892" y="6612731"/>
            <a:ext cx="760639" cy="199833"/>
          </a:xfrm>
          <a:prstGeom prst="rect">
            <a:avLst/>
          </a:prstGeom>
        </p:spPr>
        <p:txBody>
          <a:bodyPr vert="horz" lIns="0" tIns="0" rIns="0" bIns="0" rtlCol="0" anchor="ctr"/>
          <a:lstStyle>
            <a:defPPr>
              <a:defRPr lang="fr-FR"/>
            </a:defPPr>
            <a:lvl1pPr marL="0" algn="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0E0E155-A4C6-4C24-B5DD-AE65EC126F8C}" type="slidenum">
              <a:rPr lang="fr-FR" smtClean="0"/>
              <a:pPr/>
              <a:t>‹N°›</a:t>
            </a:fld>
            <a:endParaRPr lang="fr-FR" dirty="0"/>
          </a:p>
        </p:txBody>
      </p:sp>
      <p:pic>
        <p:nvPicPr>
          <p:cNvPr id="4" name="Google Shape;36;p22">
            <a:extLst>
              <a:ext uri="{FF2B5EF4-FFF2-40B4-BE49-F238E27FC236}">
                <a16:creationId xmlns:a16="http://schemas.microsoft.com/office/drawing/2014/main" id="{00BACEA0-3C40-423C-4B49-AD59E32B05C4}"/>
              </a:ext>
            </a:extLst>
          </p:cNvPr>
          <p:cNvPicPr preferRelativeResize="0"/>
          <p:nvPr userDrawn="1"/>
        </p:nvPicPr>
        <p:blipFill>
          <a:blip r:embed="rId2">
            <a:extLst>
              <a:ext uri="{28A0092B-C50C-407E-A947-70E740481C1C}">
                <a14:useLocalDpi xmlns:a14="http://schemas.microsoft.com/office/drawing/2010/main" val="0"/>
              </a:ext>
            </a:extLst>
          </a:blip>
          <a:stretch>
            <a:fillRect/>
          </a:stretch>
        </p:blipFill>
        <p:spPr>
          <a:xfrm>
            <a:off x="11569430" y="6535135"/>
            <a:ext cx="549815" cy="277429"/>
          </a:xfrm>
          <a:prstGeom prst="rect">
            <a:avLst/>
          </a:prstGeom>
          <a:noFill/>
          <a:ln>
            <a:noFill/>
          </a:ln>
        </p:spPr>
      </p:pic>
    </p:spTree>
    <p:extLst>
      <p:ext uri="{BB962C8B-B14F-4D97-AF65-F5344CB8AC3E}">
        <p14:creationId xmlns:p14="http://schemas.microsoft.com/office/powerpoint/2010/main" val="5820298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 - Titre et sous titre">
    <p:spTree>
      <p:nvGrpSpPr>
        <p:cNvPr id="1" name=""/>
        <p:cNvGrpSpPr/>
        <p:nvPr/>
      </p:nvGrpSpPr>
      <p:grpSpPr>
        <a:xfrm>
          <a:off x="0" y="0"/>
          <a:ext cx="0" cy="0"/>
          <a:chOff x="0" y="0"/>
          <a:chExt cx="0" cy="0"/>
        </a:xfrm>
      </p:grpSpPr>
      <p:sp>
        <p:nvSpPr>
          <p:cNvPr id="2" name="Titre 1"/>
          <p:cNvSpPr>
            <a:spLocks noGrp="1"/>
          </p:cNvSpPr>
          <p:nvPr>
            <p:ph type="title"/>
          </p:nvPr>
        </p:nvSpPr>
        <p:spPr>
          <a:xfrm>
            <a:off x="540000" y="540000"/>
            <a:ext cx="10801350" cy="340857"/>
          </a:xfrm>
          <a:prstGeom prst="rect">
            <a:avLst/>
          </a:prstGeom>
        </p:spPr>
        <p:txBody>
          <a:bodyPr vert="horz" lIns="0" tIns="0" rIns="0" bIns="0" rtlCol="0" anchor="t" anchorCtr="0">
            <a:normAutofit/>
          </a:bodyPr>
          <a:lstStyle>
            <a:lvl1pPr algn="l" defTabSz="914400" rtl="0" eaLnBrk="1" latinLnBrk="0" hangingPunct="1">
              <a:lnSpc>
                <a:spcPct val="90000"/>
              </a:lnSpc>
              <a:spcBef>
                <a:spcPct val="0"/>
              </a:spcBef>
              <a:spcAft>
                <a:spcPts val="1200"/>
              </a:spcAft>
              <a:buNone/>
              <a:defRPr sz="2400" b="1" kern="1200">
                <a:solidFill>
                  <a:schemeClr val="bg2"/>
                </a:solidFill>
                <a:latin typeface="+mj-lt"/>
                <a:ea typeface="+mj-ea"/>
                <a:cs typeface="+mj-cs"/>
              </a:defRPr>
            </a:lvl1pPr>
          </a:lstStyle>
          <a:p>
            <a:r>
              <a:rPr lang="fr-FR"/>
              <a:t>Modifiez le style du titre</a:t>
            </a:r>
            <a:endParaRPr lang="fr-FR" dirty="0"/>
          </a:p>
        </p:txBody>
      </p:sp>
      <p:sp>
        <p:nvSpPr>
          <p:cNvPr id="3" name="Espace réservé du numéro de diapositive 2"/>
          <p:cNvSpPr>
            <a:spLocks noGrp="1"/>
          </p:cNvSpPr>
          <p:nvPr>
            <p:ph type="sldNum" sz="quarter" idx="10"/>
          </p:nvPr>
        </p:nvSpPr>
        <p:spPr>
          <a:xfrm>
            <a:off x="10728892" y="6612731"/>
            <a:ext cx="760639" cy="199833"/>
          </a:xfrm>
          <a:prstGeom prst="rect">
            <a:avLst/>
          </a:prstGeom>
        </p:spPr>
        <p:txBody>
          <a:bodyPr vert="horz" lIns="0" tIns="0" rIns="0" bIns="0" rtlCol="0" anchor="ctr"/>
          <a:lstStyle>
            <a:defPPr>
              <a:defRPr lang="fr-FR"/>
            </a:defPPr>
            <a:lvl1pPr marL="0" algn="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0E0E155-A4C6-4C24-B5DD-AE65EC126F8C}" type="slidenum">
              <a:rPr lang="fr-FR" smtClean="0"/>
              <a:pPr/>
              <a:t>‹N°›</a:t>
            </a:fld>
            <a:endParaRPr lang="fr-FR" dirty="0"/>
          </a:p>
        </p:txBody>
      </p:sp>
      <p:sp>
        <p:nvSpPr>
          <p:cNvPr id="6" name="Espace réservé du texte 5"/>
          <p:cNvSpPr>
            <a:spLocks noGrp="1"/>
          </p:cNvSpPr>
          <p:nvPr>
            <p:ph type="body" sz="quarter" idx="11" hasCustomPrompt="1"/>
          </p:nvPr>
        </p:nvSpPr>
        <p:spPr>
          <a:xfrm>
            <a:off x="540000" y="899907"/>
            <a:ext cx="10801350" cy="278039"/>
          </a:xfrm>
          <a:prstGeom prst="rect">
            <a:avLst/>
          </a:prstGeom>
        </p:spPr>
        <p:txBody>
          <a:bodyPr lIns="0" tIns="0" rIns="0" bIns="0"/>
          <a:lstStyle>
            <a:lvl1pPr marL="0" indent="0">
              <a:buNone/>
              <a:defRPr sz="1800" b="1">
                <a:solidFill>
                  <a:schemeClr val="accent1"/>
                </a:solidFill>
                <a:latin typeface="+mj-lt"/>
              </a:defRPr>
            </a:lvl1pPr>
          </a:lstStyle>
          <a:p>
            <a:pPr lvl="0"/>
            <a:r>
              <a:rPr lang="fr-FR" dirty="0"/>
              <a:t>Sous-titre</a:t>
            </a:r>
          </a:p>
        </p:txBody>
      </p:sp>
      <p:pic>
        <p:nvPicPr>
          <p:cNvPr id="4" name="Google Shape;36;p22">
            <a:extLst>
              <a:ext uri="{FF2B5EF4-FFF2-40B4-BE49-F238E27FC236}">
                <a16:creationId xmlns:a16="http://schemas.microsoft.com/office/drawing/2014/main" id="{92708710-09E6-35DD-8852-628C4B85B885}"/>
              </a:ext>
            </a:extLst>
          </p:cNvPr>
          <p:cNvPicPr preferRelativeResize="0"/>
          <p:nvPr userDrawn="1"/>
        </p:nvPicPr>
        <p:blipFill>
          <a:blip r:embed="rId2">
            <a:extLst>
              <a:ext uri="{28A0092B-C50C-407E-A947-70E740481C1C}">
                <a14:useLocalDpi xmlns:a14="http://schemas.microsoft.com/office/drawing/2010/main" val="0"/>
              </a:ext>
            </a:extLst>
          </a:blip>
          <a:stretch>
            <a:fillRect/>
          </a:stretch>
        </p:blipFill>
        <p:spPr>
          <a:xfrm>
            <a:off x="11569430" y="6535135"/>
            <a:ext cx="549815" cy="277429"/>
          </a:xfrm>
          <a:prstGeom prst="rect">
            <a:avLst/>
          </a:prstGeom>
          <a:noFill/>
          <a:ln>
            <a:noFill/>
          </a:ln>
        </p:spPr>
      </p:pic>
    </p:spTree>
    <p:extLst>
      <p:ext uri="{BB962C8B-B14F-4D97-AF65-F5344CB8AC3E}">
        <p14:creationId xmlns:p14="http://schemas.microsoft.com/office/powerpoint/2010/main" val="7887832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4 - Sans titre sombre">
    <p:bg>
      <p:bgRef idx="1001">
        <a:schemeClr val="bg2"/>
      </p:bgRef>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E563D0D-FB96-F8D2-0374-CB00FB19A116}"/>
              </a:ext>
            </a:extLst>
          </p:cNvPr>
          <p:cNvSpPr>
            <a:spLocks noGrp="1"/>
          </p:cNvSpPr>
          <p:nvPr>
            <p:ph type="sldNum" sz="quarter" idx="10"/>
          </p:nvPr>
        </p:nvSpPr>
        <p:spPr>
          <a:xfrm>
            <a:off x="10728000" y="6613200"/>
            <a:ext cx="759600" cy="201600"/>
          </a:xfrm>
          <a:prstGeom prst="rect">
            <a:avLst/>
          </a:prstGeom>
        </p:spPr>
        <p:txBody>
          <a:bodyPr vert="horz" lIns="0" tIns="0" rIns="0" bIns="0" rtlCol="0" anchor="ctr"/>
          <a:lstStyle>
            <a:defPPr>
              <a:defRPr lang="fr-FR"/>
            </a:defPPr>
            <a:lvl1pPr marL="0" algn="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0E0E155-A4C6-4C24-B5DD-AE65EC126F8C}" type="slidenum">
              <a:rPr lang="fr-FR" smtClean="0"/>
              <a:pPr/>
              <a:t>‹N°›</a:t>
            </a:fld>
            <a:endParaRPr lang="fr-FR" dirty="0"/>
          </a:p>
        </p:txBody>
      </p:sp>
      <p:pic>
        <p:nvPicPr>
          <p:cNvPr id="2" name="Google Shape;36;p22">
            <a:extLst>
              <a:ext uri="{FF2B5EF4-FFF2-40B4-BE49-F238E27FC236}">
                <a16:creationId xmlns:a16="http://schemas.microsoft.com/office/drawing/2014/main" id="{DCFEAA68-E5F2-72E3-2F61-20610D83344A}"/>
              </a:ext>
            </a:extLst>
          </p:cNvPr>
          <p:cNvPicPr preferRelativeResize="0"/>
          <p:nvPr userDrawn="1"/>
        </p:nvPicPr>
        <p:blipFill>
          <a:blip r:embed="rId2">
            <a:extLst>
              <a:ext uri="{28A0092B-C50C-407E-A947-70E740481C1C}">
                <a14:useLocalDpi xmlns:a14="http://schemas.microsoft.com/office/drawing/2010/main" val="0"/>
              </a:ext>
            </a:extLst>
          </a:blip>
          <a:stretch>
            <a:fillRect/>
          </a:stretch>
        </p:blipFill>
        <p:spPr>
          <a:xfrm>
            <a:off x="11574340" y="6535135"/>
            <a:ext cx="539995" cy="277429"/>
          </a:xfrm>
          <a:prstGeom prst="rect">
            <a:avLst/>
          </a:prstGeom>
          <a:noFill/>
          <a:ln>
            <a:noFill/>
          </a:ln>
        </p:spPr>
      </p:pic>
    </p:spTree>
    <p:extLst>
      <p:ext uri="{BB962C8B-B14F-4D97-AF65-F5344CB8AC3E}">
        <p14:creationId xmlns:p14="http://schemas.microsoft.com/office/powerpoint/2010/main" val="2747107762"/>
      </p:ext>
    </p:extLst>
  </p:cSld>
  <p:clrMapOvr>
    <a:overrideClrMapping bg1="dk1" tx1="lt1" bg2="dk2" tx2="lt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5 - Titre seul sombre">
    <p:bg>
      <p:bgRef idx="1001">
        <a:schemeClr val="bg2"/>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27F046D-0C7A-3E42-9CBF-720BCFAABC2E}"/>
              </a:ext>
            </a:extLst>
          </p:cNvPr>
          <p:cNvSpPr>
            <a:spLocks noGrp="1"/>
          </p:cNvSpPr>
          <p:nvPr>
            <p:ph type="title"/>
          </p:nvPr>
        </p:nvSpPr>
        <p:spPr>
          <a:xfrm>
            <a:off x="540000" y="540000"/>
            <a:ext cx="10801350" cy="342000"/>
          </a:xfrm>
          <a:prstGeom prst="rect">
            <a:avLst/>
          </a:prstGeom>
        </p:spPr>
        <p:txBody>
          <a:bodyPr vert="horz" lIns="0" tIns="0" rIns="0" bIns="0" rtlCol="0" anchor="t" anchorCtr="0">
            <a:normAutofit/>
          </a:bodyPr>
          <a:lstStyle>
            <a:lvl1pPr algn="l" defTabSz="914400" rtl="0" eaLnBrk="1" latinLnBrk="0" hangingPunct="1">
              <a:lnSpc>
                <a:spcPct val="90000"/>
              </a:lnSpc>
              <a:spcBef>
                <a:spcPct val="0"/>
              </a:spcBef>
              <a:spcAft>
                <a:spcPts val="1200"/>
              </a:spcAft>
              <a:buNone/>
              <a:defRPr sz="2400" b="1" kern="1200">
                <a:solidFill>
                  <a:schemeClr val="tx1"/>
                </a:solidFill>
                <a:latin typeface="+mj-lt"/>
                <a:ea typeface="+mj-ea"/>
                <a:cs typeface="+mj-cs"/>
              </a:defRPr>
            </a:lvl1pPr>
          </a:lstStyle>
          <a:p>
            <a:r>
              <a:rPr lang="fr-FR" dirty="0"/>
              <a:t>Modifiez le style du titre</a:t>
            </a:r>
          </a:p>
        </p:txBody>
      </p:sp>
      <p:sp>
        <p:nvSpPr>
          <p:cNvPr id="4" name="Espace réservé du numéro de diapositive 3">
            <a:extLst>
              <a:ext uri="{FF2B5EF4-FFF2-40B4-BE49-F238E27FC236}">
                <a16:creationId xmlns:a16="http://schemas.microsoft.com/office/drawing/2014/main" id="{D076B11E-98DE-844F-AAD1-F6081385A070}"/>
              </a:ext>
            </a:extLst>
          </p:cNvPr>
          <p:cNvSpPr>
            <a:spLocks noGrp="1"/>
          </p:cNvSpPr>
          <p:nvPr>
            <p:ph type="sldNum" sz="quarter" idx="11"/>
          </p:nvPr>
        </p:nvSpPr>
        <p:spPr>
          <a:xfrm>
            <a:off x="10728000" y="6613200"/>
            <a:ext cx="759600" cy="201600"/>
          </a:xfrm>
          <a:prstGeom prst="rect">
            <a:avLst/>
          </a:prstGeom>
        </p:spPr>
        <p:txBody>
          <a:bodyPr vert="horz" lIns="0" tIns="0" rIns="0" bIns="0" rtlCol="0" anchor="ctr"/>
          <a:lstStyle>
            <a:defPPr>
              <a:defRPr lang="fr-FR"/>
            </a:defPPr>
            <a:lvl1pPr marL="0" algn="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0E0E155-A4C6-4C24-B5DD-AE65EC126F8C}" type="slidenum">
              <a:rPr lang="fr-FR" smtClean="0"/>
              <a:pPr/>
              <a:t>‹N°›</a:t>
            </a:fld>
            <a:endParaRPr lang="fr-FR" dirty="0"/>
          </a:p>
        </p:txBody>
      </p:sp>
      <p:pic>
        <p:nvPicPr>
          <p:cNvPr id="3" name="Google Shape;36;p22">
            <a:extLst>
              <a:ext uri="{FF2B5EF4-FFF2-40B4-BE49-F238E27FC236}">
                <a16:creationId xmlns:a16="http://schemas.microsoft.com/office/drawing/2014/main" id="{7103DD87-BFF5-F5FF-577F-BC23D97DB875}"/>
              </a:ext>
            </a:extLst>
          </p:cNvPr>
          <p:cNvPicPr preferRelativeResize="0"/>
          <p:nvPr userDrawn="1"/>
        </p:nvPicPr>
        <p:blipFill>
          <a:blip r:embed="rId2">
            <a:extLst>
              <a:ext uri="{28A0092B-C50C-407E-A947-70E740481C1C}">
                <a14:useLocalDpi xmlns:a14="http://schemas.microsoft.com/office/drawing/2010/main" val="0"/>
              </a:ext>
            </a:extLst>
          </a:blip>
          <a:stretch>
            <a:fillRect/>
          </a:stretch>
        </p:blipFill>
        <p:spPr>
          <a:xfrm>
            <a:off x="11574340" y="6535135"/>
            <a:ext cx="539995" cy="277429"/>
          </a:xfrm>
          <a:prstGeom prst="rect">
            <a:avLst/>
          </a:prstGeom>
          <a:noFill/>
          <a:ln>
            <a:noFill/>
          </a:ln>
        </p:spPr>
      </p:pic>
    </p:spTree>
    <p:extLst>
      <p:ext uri="{BB962C8B-B14F-4D97-AF65-F5344CB8AC3E}">
        <p14:creationId xmlns:p14="http://schemas.microsoft.com/office/powerpoint/2010/main" val="1332368903"/>
      </p:ext>
    </p:extLst>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6 - Titre et sous titre sombre">
    <p:bg>
      <p:bgRef idx="1001">
        <a:schemeClr val="bg2"/>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27F046D-0C7A-3E42-9CBF-720BCFAABC2E}"/>
              </a:ext>
            </a:extLst>
          </p:cNvPr>
          <p:cNvSpPr>
            <a:spLocks noGrp="1"/>
          </p:cNvSpPr>
          <p:nvPr>
            <p:ph type="title"/>
          </p:nvPr>
        </p:nvSpPr>
        <p:spPr>
          <a:xfrm>
            <a:off x="540000" y="540000"/>
            <a:ext cx="10801350" cy="342000"/>
          </a:xfrm>
          <a:prstGeom prst="rect">
            <a:avLst/>
          </a:prstGeom>
        </p:spPr>
        <p:txBody>
          <a:bodyPr vert="horz" lIns="0" tIns="0" rIns="0" bIns="0" rtlCol="0" anchor="t" anchorCtr="0">
            <a:normAutofit/>
          </a:bodyPr>
          <a:lstStyle>
            <a:lvl1pPr algn="l" defTabSz="914400" rtl="0" eaLnBrk="1" latinLnBrk="0" hangingPunct="1">
              <a:lnSpc>
                <a:spcPct val="90000"/>
              </a:lnSpc>
              <a:spcBef>
                <a:spcPct val="0"/>
              </a:spcBef>
              <a:spcAft>
                <a:spcPts val="1200"/>
              </a:spcAft>
              <a:buNone/>
              <a:defRPr sz="2400" b="1" kern="1200">
                <a:solidFill>
                  <a:schemeClr val="tx1"/>
                </a:solidFill>
                <a:latin typeface="+mj-lt"/>
                <a:ea typeface="+mj-ea"/>
                <a:cs typeface="+mj-cs"/>
              </a:defRPr>
            </a:lvl1pPr>
          </a:lstStyle>
          <a:p>
            <a:r>
              <a:rPr lang="fr-FR" dirty="0"/>
              <a:t>Modifiez le style du titre</a:t>
            </a:r>
          </a:p>
        </p:txBody>
      </p:sp>
      <p:sp>
        <p:nvSpPr>
          <p:cNvPr id="4" name="Espace réservé du numéro de diapositive 3">
            <a:extLst>
              <a:ext uri="{FF2B5EF4-FFF2-40B4-BE49-F238E27FC236}">
                <a16:creationId xmlns:a16="http://schemas.microsoft.com/office/drawing/2014/main" id="{D076B11E-98DE-844F-AAD1-F6081385A070}"/>
              </a:ext>
            </a:extLst>
          </p:cNvPr>
          <p:cNvSpPr>
            <a:spLocks noGrp="1"/>
          </p:cNvSpPr>
          <p:nvPr>
            <p:ph type="sldNum" sz="quarter" idx="11"/>
          </p:nvPr>
        </p:nvSpPr>
        <p:spPr>
          <a:xfrm>
            <a:off x="10728000" y="6613200"/>
            <a:ext cx="759600" cy="201600"/>
          </a:xfrm>
          <a:prstGeom prst="rect">
            <a:avLst/>
          </a:prstGeom>
        </p:spPr>
        <p:txBody>
          <a:bodyPr vert="horz" lIns="0" tIns="0" rIns="0" bIns="0" rtlCol="0" anchor="ctr"/>
          <a:lstStyle>
            <a:defPPr>
              <a:defRPr lang="fr-FR"/>
            </a:defPPr>
            <a:lvl1pPr marL="0" algn="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0E0E155-A4C6-4C24-B5DD-AE65EC126F8C}" type="slidenum">
              <a:rPr lang="fr-FR" smtClean="0"/>
              <a:pPr/>
              <a:t>‹N°›</a:t>
            </a:fld>
            <a:endParaRPr lang="fr-FR" dirty="0"/>
          </a:p>
        </p:txBody>
      </p:sp>
      <p:sp>
        <p:nvSpPr>
          <p:cNvPr id="5" name="Espace réservé du texte 5">
            <a:extLst>
              <a:ext uri="{FF2B5EF4-FFF2-40B4-BE49-F238E27FC236}">
                <a16:creationId xmlns:a16="http://schemas.microsoft.com/office/drawing/2014/main" id="{41226857-C6CF-4A8B-AA46-3262E2B366A6}"/>
              </a:ext>
            </a:extLst>
          </p:cNvPr>
          <p:cNvSpPr>
            <a:spLocks noGrp="1"/>
          </p:cNvSpPr>
          <p:nvPr>
            <p:ph type="body" sz="quarter" idx="12" hasCustomPrompt="1"/>
          </p:nvPr>
        </p:nvSpPr>
        <p:spPr>
          <a:xfrm>
            <a:off x="540000" y="899907"/>
            <a:ext cx="10801350" cy="278039"/>
          </a:xfrm>
          <a:prstGeom prst="rect">
            <a:avLst/>
          </a:prstGeom>
        </p:spPr>
        <p:txBody>
          <a:bodyPr lIns="0" tIns="0" rIns="0" bIns="0"/>
          <a:lstStyle>
            <a:lvl1pPr marL="0" indent="0">
              <a:buNone/>
              <a:defRPr sz="1800" b="1">
                <a:solidFill>
                  <a:schemeClr val="accent5"/>
                </a:solidFill>
                <a:latin typeface="+mj-lt"/>
              </a:defRPr>
            </a:lvl1pPr>
          </a:lstStyle>
          <a:p>
            <a:pPr lvl="0"/>
            <a:r>
              <a:rPr lang="fr-FR" dirty="0"/>
              <a:t>Sous-titre</a:t>
            </a:r>
          </a:p>
        </p:txBody>
      </p:sp>
      <p:pic>
        <p:nvPicPr>
          <p:cNvPr id="3" name="Google Shape;36;p22">
            <a:extLst>
              <a:ext uri="{FF2B5EF4-FFF2-40B4-BE49-F238E27FC236}">
                <a16:creationId xmlns:a16="http://schemas.microsoft.com/office/drawing/2014/main" id="{46D94EAF-93D7-7CD5-900E-40D4385FC04D}"/>
              </a:ext>
            </a:extLst>
          </p:cNvPr>
          <p:cNvPicPr preferRelativeResize="0"/>
          <p:nvPr userDrawn="1"/>
        </p:nvPicPr>
        <p:blipFill>
          <a:blip r:embed="rId2">
            <a:extLst>
              <a:ext uri="{28A0092B-C50C-407E-A947-70E740481C1C}">
                <a14:useLocalDpi xmlns:a14="http://schemas.microsoft.com/office/drawing/2010/main" val="0"/>
              </a:ext>
            </a:extLst>
          </a:blip>
          <a:stretch>
            <a:fillRect/>
          </a:stretch>
        </p:blipFill>
        <p:spPr>
          <a:xfrm>
            <a:off x="11574340" y="6535135"/>
            <a:ext cx="539995" cy="277429"/>
          </a:xfrm>
          <a:prstGeom prst="rect">
            <a:avLst/>
          </a:prstGeom>
          <a:noFill/>
          <a:ln>
            <a:noFill/>
          </a:ln>
        </p:spPr>
      </p:pic>
    </p:spTree>
    <p:extLst>
      <p:ext uri="{BB962C8B-B14F-4D97-AF65-F5344CB8AC3E}">
        <p14:creationId xmlns:p14="http://schemas.microsoft.com/office/powerpoint/2010/main" val="1642301139"/>
      </p:ext>
    </p:extLst>
  </p:cSld>
  <p:clrMapOvr>
    <a:overrideClrMapping bg1="dk1" tx1="lt1" bg2="dk2" tx2="lt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7 - Chapitre">
    <p:bg>
      <p:bgPr>
        <a:solidFill>
          <a:schemeClr val="bg2"/>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CEA68AE-693E-40EF-82F7-98AA6B12CD48}"/>
              </a:ext>
            </a:extLst>
          </p:cNvPr>
          <p:cNvSpPr/>
          <p:nvPr userDrawn="1"/>
        </p:nvSpPr>
        <p:spPr>
          <a:xfrm>
            <a:off x="0" y="0"/>
            <a:ext cx="6096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Espace réservé du texte 11">
            <a:extLst>
              <a:ext uri="{FF2B5EF4-FFF2-40B4-BE49-F238E27FC236}">
                <a16:creationId xmlns:a16="http://schemas.microsoft.com/office/drawing/2014/main" id="{88882101-99DF-4310-A674-74A2697A1B4F}"/>
              </a:ext>
            </a:extLst>
          </p:cNvPr>
          <p:cNvSpPr>
            <a:spLocks noGrp="1"/>
          </p:cNvSpPr>
          <p:nvPr>
            <p:ph type="body" sz="quarter" idx="10" hasCustomPrompt="1"/>
          </p:nvPr>
        </p:nvSpPr>
        <p:spPr>
          <a:xfrm>
            <a:off x="6816725" y="728663"/>
            <a:ext cx="4679950" cy="5400675"/>
          </a:xfrm>
          <a:prstGeom prst="rect">
            <a:avLst/>
          </a:prstGeom>
        </p:spPr>
        <p:txBody>
          <a:bodyPr lIns="0" tIns="0" rIns="0" bIns="0" anchor="ctr"/>
          <a:lstStyle>
            <a:lvl1pPr marL="0" indent="0">
              <a:buNone/>
              <a:defRPr lang="fr-FR" sz="3200" b="1" dirty="0" smtClean="0">
                <a:solidFill>
                  <a:schemeClr val="bg1"/>
                </a:solidFill>
              </a:defRPr>
            </a:lvl1pPr>
            <a:lvl2pPr marL="0" indent="0">
              <a:buNone/>
              <a:tabLst>
                <a:tab pos="0" algn="l"/>
                <a:tab pos="92075" algn="l"/>
              </a:tabLst>
              <a:defRPr sz="1400">
                <a:solidFill>
                  <a:schemeClr val="accent1"/>
                </a:solidFill>
              </a:defRPr>
            </a:lvl2pPr>
            <a:lvl3pPr marL="0" indent="0">
              <a:buNone/>
              <a:tabLst>
                <a:tab pos="0" algn="l"/>
                <a:tab pos="625475" algn="l"/>
              </a:tabLst>
              <a:defRPr sz="1200">
                <a:solidFill>
                  <a:schemeClr val="tx1">
                    <a:lumMod val="10000"/>
                    <a:lumOff val="90000"/>
                  </a:schemeClr>
                </a:solidFill>
              </a:defRPr>
            </a:lvl3pPr>
            <a:lvl4pPr marL="1371600" indent="0">
              <a:buNone/>
              <a:defRPr/>
            </a:lvl4pPr>
            <a:lvl5pPr marL="1828800" indent="0">
              <a:buNone/>
              <a:defRPr/>
            </a:lvl5pPr>
          </a:lstStyle>
          <a:p>
            <a:pPr lvl="0"/>
            <a:r>
              <a:rPr lang="fr-FR" dirty="0"/>
              <a:t>Grand chapitre ici</a:t>
            </a:r>
          </a:p>
          <a:p>
            <a:pPr lvl="1"/>
            <a:r>
              <a:rPr lang="fr-FR" dirty="0"/>
              <a:t>Petit chapitre</a:t>
            </a:r>
          </a:p>
          <a:p>
            <a:pPr lvl="2"/>
            <a:r>
              <a:rPr lang="fr-FR" dirty="0"/>
              <a:t>Texte</a:t>
            </a:r>
          </a:p>
        </p:txBody>
      </p:sp>
      <p:sp>
        <p:nvSpPr>
          <p:cNvPr id="4" name="Espace réservé pour une image  2">
            <a:extLst>
              <a:ext uri="{FF2B5EF4-FFF2-40B4-BE49-F238E27FC236}">
                <a16:creationId xmlns:a16="http://schemas.microsoft.com/office/drawing/2014/main" id="{3C2B1C16-ED1F-4720-99C1-D3A1065B0D5D}"/>
              </a:ext>
            </a:extLst>
          </p:cNvPr>
          <p:cNvSpPr>
            <a:spLocks noGrp="1"/>
          </p:cNvSpPr>
          <p:nvPr>
            <p:ph type="pic" sz="quarter" idx="11" hasCustomPrompt="1"/>
          </p:nvPr>
        </p:nvSpPr>
        <p:spPr>
          <a:xfrm>
            <a:off x="0" y="0"/>
            <a:ext cx="6096000" cy="6858000"/>
          </a:xfrm>
          <a:prstGeom prst="rect">
            <a:avLst/>
          </a:prstGeom>
        </p:spPr>
        <p:txBody>
          <a:bodyPr anchor="ctr" anchorCtr="0"/>
          <a:lstStyle>
            <a:lvl1pPr marL="0" indent="0" algn="ctr">
              <a:buNone/>
              <a:defRPr>
                <a:solidFill>
                  <a:schemeClr val="bg2">
                    <a:lumMod val="60000"/>
                    <a:lumOff val="40000"/>
                  </a:schemeClr>
                </a:solidFill>
              </a:defRPr>
            </a:lvl1pPr>
          </a:lstStyle>
          <a:p>
            <a:r>
              <a:rPr lang="fr-FR" dirty="0"/>
              <a:t>Image</a:t>
            </a:r>
          </a:p>
        </p:txBody>
      </p:sp>
    </p:spTree>
    <p:extLst>
      <p:ext uri="{BB962C8B-B14F-4D97-AF65-F5344CB8AC3E}">
        <p14:creationId xmlns:p14="http://schemas.microsoft.com/office/powerpoint/2010/main" val="288851212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pos="4294">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8 - Chapitre large">
    <p:bg>
      <p:bgPr>
        <a:solidFill>
          <a:schemeClr val="bg2"/>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CEA68AE-693E-40EF-82F7-98AA6B12CD48}"/>
              </a:ext>
            </a:extLst>
          </p:cNvPr>
          <p:cNvSpPr/>
          <p:nvPr userDrawn="1"/>
        </p:nvSpPr>
        <p:spPr>
          <a:xfrm>
            <a:off x="0" y="0"/>
            <a:ext cx="5020235"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Espace réservé du texte 11">
            <a:extLst>
              <a:ext uri="{FF2B5EF4-FFF2-40B4-BE49-F238E27FC236}">
                <a16:creationId xmlns:a16="http://schemas.microsoft.com/office/drawing/2014/main" id="{88882101-99DF-4310-A674-74A2697A1B4F}"/>
              </a:ext>
            </a:extLst>
          </p:cNvPr>
          <p:cNvSpPr>
            <a:spLocks noGrp="1"/>
          </p:cNvSpPr>
          <p:nvPr>
            <p:ph type="body" sz="quarter" idx="10" hasCustomPrompt="1"/>
          </p:nvPr>
        </p:nvSpPr>
        <p:spPr>
          <a:xfrm>
            <a:off x="5665693" y="728663"/>
            <a:ext cx="5880848" cy="5400675"/>
          </a:xfrm>
          <a:prstGeom prst="rect">
            <a:avLst/>
          </a:prstGeom>
        </p:spPr>
        <p:txBody>
          <a:bodyPr lIns="0" tIns="0" rIns="0" bIns="0" anchor="ctr"/>
          <a:lstStyle>
            <a:lvl1pPr marL="0" indent="0">
              <a:buNone/>
              <a:defRPr lang="fr-FR" sz="3200" b="1" dirty="0" smtClean="0">
                <a:solidFill>
                  <a:schemeClr val="bg1"/>
                </a:solidFill>
              </a:defRPr>
            </a:lvl1pPr>
            <a:lvl2pPr marL="0" indent="0">
              <a:buNone/>
              <a:tabLst>
                <a:tab pos="0" algn="l"/>
                <a:tab pos="92075" algn="l"/>
              </a:tabLst>
              <a:defRPr sz="1400">
                <a:solidFill>
                  <a:schemeClr val="accent1"/>
                </a:solidFill>
              </a:defRPr>
            </a:lvl2pPr>
            <a:lvl3pPr marL="0" indent="0">
              <a:buNone/>
              <a:tabLst>
                <a:tab pos="0" algn="l"/>
                <a:tab pos="625475" algn="l"/>
              </a:tabLst>
              <a:defRPr sz="1200">
                <a:solidFill>
                  <a:schemeClr val="tx1">
                    <a:lumMod val="10000"/>
                    <a:lumOff val="90000"/>
                  </a:schemeClr>
                </a:solidFill>
              </a:defRPr>
            </a:lvl3pPr>
            <a:lvl4pPr marL="1371600" indent="0">
              <a:buNone/>
              <a:defRPr/>
            </a:lvl4pPr>
            <a:lvl5pPr marL="1828800" indent="0">
              <a:buNone/>
              <a:defRPr/>
            </a:lvl5pPr>
          </a:lstStyle>
          <a:p>
            <a:pPr lvl="0"/>
            <a:r>
              <a:rPr lang="fr-FR" dirty="0"/>
              <a:t>Grand chapitre ici</a:t>
            </a:r>
          </a:p>
          <a:p>
            <a:pPr lvl="1"/>
            <a:r>
              <a:rPr lang="fr-FR" dirty="0"/>
              <a:t>Petit chapitre</a:t>
            </a:r>
          </a:p>
          <a:p>
            <a:pPr lvl="2"/>
            <a:r>
              <a:rPr lang="fr-FR" dirty="0"/>
              <a:t>Texte</a:t>
            </a:r>
          </a:p>
        </p:txBody>
      </p:sp>
      <p:sp>
        <p:nvSpPr>
          <p:cNvPr id="4" name="Espace réservé pour une image  2">
            <a:extLst>
              <a:ext uri="{FF2B5EF4-FFF2-40B4-BE49-F238E27FC236}">
                <a16:creationId xmlns:a16="http://schemas.microsoft.com/office/drawing/2014/main" id="{3C2B1C16-ED1F-4720-99C1-D3A1065B0D5D}"/>
              </a:ext>
            </a:extLst>
          </p:cNvPr>
          <p:cNvSpPr>
            <a:spLocks noGrp="1"/>
          </p:cNvSpPr>
          <p:nvPr>
            <p:ph type="pic" sz="quarter" idx="11" hasCustomPrompt="1"/>
          </p:nvPr>
        </p:nvSpPr>
        <p:spPr>
          <a:xfrm>
            <a:off x="0" y="0"/>
            <a:ext cx="5020235" cy="6858000"/>
          </a:xfrm>
          <a:prstGeom prst="rect">
            <a:avLst/>
          </a:prstGeom>
        </p:spPr>
        <p:txBody>
          <a:bodyPr anchor="ctr" anchorCtr="0"/>
          <a:lstStyle>
            <a:lvl1pPr marL="0" indent="0" algn="ctr">
              <a:buNone/>
              <a:defRPr>
                <a:solidFill>
                  <a:schemeClr val="bg2">
                    <a:lumMod val="60000"/>
                    <a:lumOff val="40000"/>
                  </a:schemeClr>
                </a:solidFill>
              </a:defRPr>
            </a:lvl1pPr>
          </a:lstStyle>
          <a:p>
            <a:r>
              <a:rPr lang="fr-FR" dirty="0"/>
              <a:t>Image</a:t>
            </a:r>
          </a:p>
        </p:txBody>
      </p:sp>
    </p:spTree>
    <p:extLst>
      <p:ext uri="{BB962C8B-B14F-4D97-AF65-F5344CB8AC3E}">
        <p14:creationId xmlns:p14="http://schemas.microsoft.com/office/powerpoint/2010/main" val="66233953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pos="4294">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26841272"/>
      </p:ext>
    </p:extLst>
  </p:cSld>
  <p:clrMap bg1="lt1" tx1="dk1" bg2="lt2" tx2="dk2" accent1="accent1" accent2="accent2" accent3="accent3" accent4="accent4" accent5="accent5" accent6="accent6" hlink="hlink" folHlink="folHlink"/>
  <p:sldLayoutIdLst>
    <p:sldLayoutId id="2147483752" r:id="rId1"/>
    <p:sldLayoutId id="2147483744" r:id="rId2"/>
    <p:sldLayoutId id="2147483745" r:id="rId3"/>
    <p:sldLayoutId id="2147483746" r:id="rId4"/>
    <p:sldLayoutId id="2147483747" r:id="rId5"/>
    <p:sldLayoutId id="2147483748" r:id="rId6"/>
    <p:sldLayoutId id="2147483749" r:id="rId7"/>
    <p:sldLayoutId id="2147483750" r:id="rId8"/>
    <p:sldLayoutId id="2147483751" r:id="rId9"/>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38">
          <p15:clr>
            <a:srgbClr val="F26B43"/>
          </p15:clr>
        </p15:guide>
        <p15:guide id="2" orient="horz" pos="459">
          <p15:clr>
            <a:srgbClr val="F26B43"/>
          </p15:clr>
        </p15:guide>
        <p15:guide id="3" orient="horz" pos="3861">
          <p15:clr>
            <a:srgbClr val="F26B43"/>
          </p15:clr>
        </p15:guide>
        <p15:guide id="4" pos="7242">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nd">
            <a:extLst>
              <a:ext uri="{FF2B5EF4-FFF2-40B4-BE49-F238E27FC236}">
                <a16:creationId xmlns:a16="http://schemas.microsoft.com/office/drawing/2014/main" id="{21C1380E-408B-D9F2-60B6-DB7EAC243081}"/>
              </a:ext>
            </a:extLst>
          </p:cNvPr>
          <p:cNvSpPr/>
          <p:nvPr/>
        </p:nvSpPr>
        <p:spPr>
          <a:xfrm>
            <a:off x="1" y="0"/>
            <a:ext cx="12191999" cy="6863939"/>
          </a:xfrm>
          <a:prstGeom prst="rect">
            <a:avLst/>
          </a:prstGeom>
          <a:solidFill>
            <a:schemeClr val="bg2"/>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fr-FR"/>
          </a:p>
        </p:txBody>
      </p:sp>
      <p:pic>
        <p:nvPicPr>
          <p:cNvPr id="9" name="Graphique 10">
            <a:extLst>
              <a:ext uri="{FF2B5EF4-FFF2-40B4-BE49-F238E27FC236}">
                <a16:creationId xmlns:a16="http://schemas.microsoft.com/office/drawing/2014/main" id="{13CD10A3-953C-4F6B-1F98-1CFB20533BE6}"/>
              </a:ext>
            </a:extLst>
          </p:cNvPr>
          <p:cNvPicPr>
            <a:picLocks noChangeAspect="1"/>
          </p:cNvPicPr>
          <p:nvPr/>
        </p:nvPicPr>
        <p:blipFill>
          <a:blip r:embed="rId3" cstate="hq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95325" y="728663"/>
            <a:ext cx="1080000" cy="544954"/>
          </a:xfrm>
          <a:prstGeom prst="rect">
            <a:avLst/>
          </a:prstGeom>
        </p:spPr>
      </p:pic>
      <p:pic>
        <p:nvPicPr>
          <p:cNvPr id="3" name="Image 2" descr="Une image de vaches devant l'entrée d'une maison inondée, les pattes dans l'eau">
            <a:extLst>
              <a:ext uri="{FF2B5EF4-FFF2-40B4-BE49-F238E27FC236}">
                <a16:creationId xmlns:a16="http://schemas.microsoft.com/office/drawing/2014/main" id="{3AD34607-CDA9-884E-945E-7EC5B40D0B25}"/>
              </a:ext>
            </a:extLst>
          </p:cNvPr>
          <p:cNvPicPr>
            <a:picLocks noChangeAspect="1"/>
          </p:cNvPicPr>
          <p:nvPr/>
        </p:nvPicPr>
        <p:blipFill rotWithShape="1">
          <a:blip r:embed="rId5" cstate="screen">
            <a:extLst>
              <a:ext uri="{28A0092B-C50C-407E-A947-70E740481C1C}">
                <a14:useLocalDpi xmlns:a14="http://schemas.microsoft.com/office/drawing/2010/main"/>
              </a:ext>
            </a:extLst>
          </a:blip>
          <a:srcRect l="-1" r="805" b="22572"/>
          <a:stretch/>
        </p:blipFill>
        <p:spPr>
          <a:xfrm>
            <a:off x="5360526" y="5939"/>
            <a:ext cx="6831473" cy="6858000"/>
          </a:xfrm>
          <a:prstGeom prst="rect">
            <a:avLst/>
          </a:prstGeom>
        </p:spPr>
      </p:pic>
      <p:pic>
        <p:nvPicPr>
          <p:cNvPr id="4" name="Image 3" descr="Une image contenant extérieur&#10;&#10;Description générée automatiquement">
            <a:extLst>
              <a:ext uri="{FF2B5EF4-FFF2-40B4-BE49-F238E27FC236}">
                <a16:creationId xmlns:a16="http://schemas.microsoft.com/office/drawing/2014/main" id="{70DE76CD-9BBF-1146-888B-AB813983E521}"/>
              </a:ext>
            </a:extLst>
          </p:cNvPr>
          <p:cNvPicPr>
            <a:picLocks noChangeAspect="1"/>
          </p:cNvPicPr>
          <p:nvPr/>
        </p:nvPicPr>
        <p:blipFill rotWithShape="1">
          <a:blip r:embed="rId6" cstate="screen">
            <a:extLst>
              <a:ext uri="{28A0092B-C50C-407E-A947-70E740481C1C}">
                <a14:useLocalDpi xmlns:a14="http://schemas.microsoft.com/office/drawing/2010/main"/>
              </a:ext>
            </a:extLst>
          </a:blip>
          <a:srcRect r="33591"/>
          <a:stretch/>
        </p:blipFill>
        <p:spPr>
          <a:xfrm>
            <a:off x="5360526" y="5939"/>
            <a:ext cx="6831474" cy="6858000"/>
          </a:xfrm>
          <a:prstGeom prst="rect">
            <a:avLst/>
          </a:prstGeom>
        </p:spPr>
      </p:pic>
      <p:sp>
        <p:nvSpPr>
          <p:cNvPr id="7" name="Titre">
            <a:extLst>
              <a:ext uri="{FF2B5EF4-FFF2-40B4-BE49-F238E27FC236}">
                <a16:creationId xmlns:a16="http://schemas.microsoft.com/office/drawing/2014/main" id="{9E3D8998-761C-FED5-6D13-1453B0B4ECD6}"/>
              </a:ext>
            </a:extLst>
          </p:cNvPr>
          <p:cNvSpPr txBox="1"/>
          <p:nvPr/>
        </p:nvSpPr>
        <p:spPr>
          <a:xfrm>
            <a:off x="601940" y="2704952"/>
            <a:ext cx="4079389" cy="1554272"/>
          </a:xfrm>
          <a:prstGeom prst="rect">
            <a:avLst/>
          </a:prstGeom>
          <a:noFill/>
        </p:spPr>
        <p:txBody>
          <a:bodyPr wrap="square" rtlCol="0">
            <a:spAutoFit/>
          </a:bodyPr>
          <a:lstStyle/>
          <a:p>
            <a:pPr>
              <a:lnSpc>
                <a:spcPct val="90000"/>
              </a:lnSpc>
            </a:pPr>
            <a:r>
              <a:rPr lang="fr-FR" sz="4000" b="1" dirty="0">
                <a:solidFill>
                  <a:schemeClr val="bg1"/>
                </a:solidFill>
              </a:rPr>
              <a:t>Titre</a:t>
            </a:r>
          </a:p>
          <a:p>
            <a:pPr marL="0" lvl="1">
              <a:lnSpc>
                <a:spcPct val="90000"/>
              </a:lnSpc>
              <a:spcBef>
                <a:spcPts val="600"/>
              </a:spcBef>
              <a:spcAft>
                <a:spcPts val="600"/>
              </a:spcAft>
            </a:pPr>
            <a:r>
              <a:rPr lang="fr-FR" dirty="0">
                <a:solidFill>
                  <a:schemeClr val="accent1"/>
                </a:solidFill>
              </a:rPr>
              <a:t>Sous titre</a:t>
            </a:r>
          </a:p>
          <a:p>
            <a:pPr marL="0" lvl="1">
              <a:lnSpc>
                <a:spcPct val="90000"/>
              </a:lnSpc>
              <a:spcBef>
                <a:spcPts val="600"/>
              </a:spcBef>
              <a:spcAft>
                <a:spcPts val="600"/>
              </a:spcAft>
            </a:pPr>
            <a:endParaRPr lang="fr-FR" sz="1200" dirty="0"/>
          </a:p>
          <a:p>
            <a:pPr marL="0" lvl="2"/>
            <a:r>
              <a:rPr lang="fr-FR" sz="1200" dirty="0">
                <a:solidFill>
                  <a:schemeClr val="bg1"/>
                </a:solidFill>
              </a:rPr>
              <a:t>DATE</a:t>
            </a:r>
          </a:p>
        </p:txBody>
      </p:sp>
    </p:spTree>
    <p:extLst>
      <p:ext uri="{BB962C8B-B14F-4D97-AF65-F5344CB8AC3E}">
        <p14:creationId xmlns:p14="http://schemas.microsoft.com/office/powerpoint/2010/main" val="99461026"/>
      </p:ext>
    </p:extLst>
  </p:cSld>
  <p:clrMapOvr>
    <a:masterClrMapping/>
  </p:clrMapOvr>
</p:sld>
</file>

<file path=ppt/theme/theme1.xml><?xml version="1.0" encoding="utf-8"?>
<a:theme xmlns:a="http://schemas.openxmlformats.org/drawingml/2006/main" name="Modeles">
  <a:themeElements>
    <a:clrScheme name="Shifters">
      <a:dk1>
        <a:srgbClr val="00004B"/>
      </a:dk1>
      <a:lt1>
        <a:srgbClr val="FFFFFF"/>
      </a:lt1>
      <a:dk2>
        <a:srgbClr val="00004B"/>
      </a:dk2>
      <a:lt2>
        <a:srgbClr val="0023AA"/>
      </a:lt2>
      <a:accent1>
        <a:srgbClr val="4BD2AF"/>
      </a:accent1>
      <a:accent2>
        <a:srgbClr val="00788C"/>
      </a:accent2>
      <a:accent3>
        <a:srgbClr val="2D4182"/>
      </a:accent3>
      <a:accent4>
        <a:srgbClr val="DC4B78"/>
      </a:accent4>
      <a:accent5>
        <a:srgbClr val="F091B9"/>
      </a:accent5>
      <a:accent6>
        <a:srgbClr val="B7ECDE"/>
      </a:accent6>
      <a:hlink>
        <a:srgbClr val="00788C"/>
      </a:hlink>
      <a:folHlink>
        <a:srgbClr val="00788C"/>
      </a:folHlink>
    </a:clrScheme>
    <a:fontScheme name="Personnalisé 2">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100</TotalTime>
  <Words>572</Words>
  <Application>Microsoft Office PowerPoint</Application>
  <PresentationFormat>Grand écran</PresentationFormat>
  <Paragraphs>37</Paragraphs>
  <Slides>1</Slides>
  <Notes>1</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1</vt:i4>
      </vt:variant>
    </vt:vector>
  </HeadingPairs>
  <TitlesOfParts>
    <vt:vector size="4" baseType="lpstr">
      <vt:lpstr>Arial</vt:lpstr>
      <vt:lpstr>Calibri</vt:lpstr>
      <vt:lpstr>Modeles</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Conférences The Shifters – Le Climat, et moi, et moi, et moi : douze solutions pour réduire mon impact sur le climat</dc:title>
  <dc:creator>Olivier Descout;Jason Saniez;Vincent d'Herbemont;Grégoire Carpentier;Raphaël Perotin;Marine Simoën</dc:creator>
  <cp:lastModifiedBy>Darckoune</cp:lastModifiedBy>
  <cp:revision>547</cp:revision>
  <dcterms:created xsi:type="dcterms:W3CDTF">2021-05-25T14:39:04Z</dcterms:created>
  <dcterms:modified xsi:type="dcterms:W3CDTF">2025-05-19T16:31:20Z</dcterms:modified>
  <cp:category>Changement climatique, comprendre, agir, échelle individuelle</cp:category>
</cp:coreProperties>
</file>
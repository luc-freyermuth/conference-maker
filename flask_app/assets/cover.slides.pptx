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3"/>
  </p:notesMasterIdLst>
  <p:sldIdLst>
    <p:sldId id="328" r:id="rId2"/>
  </p:sldIdLst>
  <p:sldSz cx="12192000" cy="6858000"/>
  <p:notesSz cx="6858000" cy="9144000"/>
  <p:custShowLst>
    <p:custShow name="Diaporama standard GP" id="0">
      <p:sldLst/>
    </p:custShow>
    <p:custShow name="Mini-diaporama post-conférence (pour affichage en boucle)" id="1">
      <p:sldLst/>
    </p:custShow>
    <p:custShow name="Diaporama pour export PDF (taille minimale + inclure les diapos cachées en sélectionnant ce diaporama personnalisé !)" id="2">
      <p:sldLst/>
    </p:custShow>
  </p:custShow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ier Descout" initials="OD" lastIdx="1" clrIdx="0">
    <p:extLst>
      <p:ext uri="{19B8F6BF-5375-455C-9EA6-DF929625EA0E}">
        <p15:presenceInfo xmlns:p15="http://schemas.microsoft.com/office/powerpoint/2012/main" userId="5e50569adf2a0a9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AFF"/>
    <a:srgbClr val="282828"/>
    <a:srgbClr val="0023AA"/>
    <a:srgbClr val="1155CC"/>
    <a:srgbClr val="00788C"/>
    <a:srgbClr val="F091B9"/>
    <a:srgbClr val="0823AA"/>
    <a:srgbClr val="DC4B78"/>
    <a:srgbClr val="00004B"/>
    <a:srgbClr val="1E1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83977" autoAdjust="0"/>
  </p:normalViewPr>
  <p:slideViewPr>
    <p:cSldViewPr snapToGrid="0" showGuides="1">
      <p:cViewPr varScale="1">
        <p:scale>
          <a:sx n="96" d="100"/>
          <a:sy n="96" d="100"/>
        </p:scale>
        <p:origin x="51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75" d="100"/>
        <a:sy n="75" d="100"/>
      </p:scale>
      <p:origin x="0" y="-60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27CC-8F40-43A0-A784-1E77C9226FBC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4D65A-1715-468F-B794-3B7668D934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6242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4D65A-1715-468F-B794-3B7668D934D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48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20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San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C019DB-F5AE-2462-900E-66339ACD9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71EC3E6-DCDE-B9D4-0646-3FB5F15318A2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288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00BACEA0-3C40-423C-4B49-AD59E32B05C4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202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Titre et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08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>
          <a:xfrm>
            <a:off x="10728892" y="6612731"/>
            <a:ext cx="760639" cy="19983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4" name="Google Shape;36;p22">
            <a:extLst>
              <a:ext uri="{FF2B5EF4-FFF2-40B4-BE49-F238E27FC236}">
                <a16:creationId xmlns:a16="http://schemas.microsoft.com/office/drawing/2014/main" id="{92708710-09E6-35DD-8852-628C4B85B88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430" y="6535135"/>
            <a:ext cx="54981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878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San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563D0D-FB96-F8D2-0374-CB00FB19A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2" name="Google Shape;36;p22">
            <a:extLst>
              <a:ext uri="{FF2B5EF4-FFF2-40B4-BE49-F238E27FC236}">
                <a16:creationId xmlns:a16="http://schemas.microsoft.com/office/drawing/2014/main" id="{DCFEAA68-E5F2-72E3-2F61-20610D83344A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107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Titre seul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7103DD87-BFF5-F5FF-577F-BC23D97DB875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2368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Titre et sous titre som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046D-0C7A-3E42-9CBF-720BCFAA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801350" cy="34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6B11E-98DE-844F-AAD1-F6081385A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28000" y="6613200"/>
            <a:ext cx="759600" cy="201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E0E155-A4C6-4C24-B5DD-AE65EC126F8C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41226857-C6CF-4A8B-AA46-3262E2B366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899907"/>
            <a:ext cx="10801350" cy="2780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Sous-titre</a:t>
            </a:r>
          </a:p>
        </p:txBody>
      </p:sp>
      <p:pic>
        <p:nvPicPr>
          <p:cNvPr id="3" name="Google Shape;36;p22">
            <a:extLst>
              <a:ext uri="{FF2B5EF4-FFF2-40B4-BE49-F238E27FC236}">
                <a16:creationId xmlns:a16="http://schemas.microsoft.com/office/drawing/2014/main" id="{46D94EAF-93D7-7CD5-900E-40D4385FC04D}"/>
              </a:ext>
            </a:extLst>
          </p:cNvPr>
          <p:cNvPicPr preferRelativeResize="0"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340" y="6535135"/>
            <a:ext cx="539995" cy="2774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2301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Chap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16725" y="728663"/>
            <a:ext cx="4679950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888512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Chapitre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CEA68AE-693E-40EF-82F7-98AA6B12CD48}"/>
              </a:ext>
            </a:extLst>
          </p:cNvPr>
          <p:cNvSpPr/>
          <p:nvPr userDrawn="1"/>
        </p:nvSpPr>
        <p:spPr>
          <a:xfrm>
            <a:off x="0" y="0"/>
            <a:ext cx="50202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88882101-99DF-4310-A674-74A2697A1B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65693" y="728663"/>
            <a:ext cx="5880848" cy="54006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lang="fr-FR" sz="3200" b="1" dirty="0" smtClean="0">
                <a:solidFill>
                  <a:schemeClr val="bg1"/>
                </a:solidFill>
              </a:defRPr>
            </a:lvl1pPr>
            <a:lvl2pPr marL="0" indent="0">
              <a:buNone/>
              <a:tabLst>
                <a:tab pos="0" algn="l"/>
                <a:tab pos="92075" algn="l"/>
              </a:tabLst>
              <a:defRPr sz="1400">
                <a:solidFill>
                  <a:schemeClr val="accent1"/>
                </a:solidFill>
              </a:defRPr>
            </a:lvl2pPr>
            <a:lvl3pPr marL="0" indent="0">
              <a:buNone/>
              <a:tabLst>
                <a:tab pos="0" algn="l"/>
                <a:tab pos="625475" algn="l"/>
              </a:tabLst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Grand chapitre ici</a:t>
            </a:r>
          </a:p>
          <a:p>
            <a:pPr lvl="1"/>
            <a:r>
              <a:rPr lang="fr-FR" dirty="0"/>
              <a:t>Petit chapitre</a:t>
            </a:r>
          </a:p>
          <a:p>
            <a:pPr lvl="2"/>
            <a:r>
              <a:rPr lang="fr-FR" dirty="0"/>
              <a:t>Texte</a:t>
            </a:r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3C2B1C16-ED1F-4720-99C1-D3A1065B0D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020235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662339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429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 ble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29DA17-B5FA-4948-8711-48CDB58AFCAE}"/>
              </a:ext>
            </a:extLst>
          </p:cNvPr>
          <p:cNvSpPr/>
          <p:nvPr userDrawn="1"/>
        </p:nvSpPr>
        <p:spPr>
          <a:xfrm>
            <a:off x="5375274" y="0"/>
            <a:ext cx="681672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3669946F-B2D5-4055-BCCE-FA4B8244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4" y="2184399"/>
            <a:ext cx="3960814" cy="3584575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="1">
                <a:solidFill>
                  <a:schemeClr val="bg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tabLst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Titre du document</a:t>
            </a:r>
          </a:p>
          <a:p>
            <a:pPr lvl="1"/>
            <a:r>
              <a:rPr lang="fr-FR" dirty="0"/>
              <a:t>Sous titre</a:t>
            </a:r>
          </a:p>
          <a:p>
            <a:pPr lvl="2"/>
            <a:r>
              <a:rPr lang="fr-FR" dirty="0"/>
              <a:t>Date</a:t>
            </a:r>
          </a:p>
          <a:p>
            <a:pPr lvl="2"/>
            <a:endParaRPr lang="fr-FR" dirty="0"/>
          </a:p>
          <a:p>
            <a:pPr lvl="3"/>
            <a:r>
              <a:rPr lang="fr-FR" dirty="0"/>
              <a:t>Commentaire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185E597-E003-47B2-A9B9-5E102EB08C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375274" y="0"/>
            <a:ext cx="6816726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 dirty="0"/>
              <a:t>Image</a:t>
            </a:r>
          </a:p>
        </p:txBody>
      </p:sp>
      <p:pic>
        <p:nvPicPr>
          <p:cNvPr id="11" name="Graphique 10">
            <a:extLst>
              <a:ext uri="{FF2B5EF4-FFF2-40B4-BE49-F238E27FC236}">
                <a16:creationId xmlns:a16="http://schemas.microsoft.com/office/drawing/2014/main" id="{97794603-8F19-4589-8469-8ED82851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728663"/>
            <a:ext cx="1080000" cy="5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7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3">
          <p15:clr>
            <a:srgbClr val="FBAE40"/>
          </p15:clr>
        </p15:guide>
        <p15:guide id="2" orient="horz" pos="363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84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3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orient="horz" pos="459">
          <p15:clr>
            <a:srgbClr val="F26B43"/>
          </p15:clr>
        </p15:guide>
        <p15:guide id="3" orient="horz" pos="3861">
          <p15:clr>
            <a:srgbClr val="F26B43"/>
          </p15:clr>
        </p15:guide>
        <p15:guide id="4" pos="72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nd">
            <a:extLst>
              <a:ext uri="{FF2B5EF4-FFF2-40B4-BE49-F238E27FC236}">
                <a16:creationId xmlns:a16="http://schemas.microsoft.com/office/drawing/2014/main" id="{21C1380E-408B-D9F2-60B6-DB7EAC243081}"/>
              </a:ext>
            </a:extLst>
          </p:cNvPr>
          <p:cNvSpPr/>
          <p:nvPr/>
        </p:nvSpPr>
        <p:spPr>
          <a:xfrm>
            <a:off x="1" y="0"/>
            <a:ext cx="12191999" cy="686393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Graphique 10">
            <a:extLst>
              <a:ext uri="{FF2B5EF4-FFF2-40B4-BE49-F238E27FC236}">
                <a16:creationId xmlns:a16="http://schemas.microsoft.com/office/drawing/2014/main" id="{13CD10A3-953C-4F6B-1F98-1CFB20533BE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728663"/>
            <a:ext cx="1080000" cy="544954"/>
          </a:xfrm>
          <a:prstGeom prst="rect">
            <a:avLst/>
          </a:prstGeom>
        </p:spPr>
      </p:pic>
      <p:pic>
        <p:nvPicPr>
          <p:cNvPr id="3" name="Image 2" descr="Une image de vaches devant l'entrée d'une maison inondée, les pattes dans l'eau">
            <a:extLst>
              <a:ext uri="{FF2B5EF4-FFF2-40B4-BE49-F238E27FC236}">
                <a16:creationId xmlns:a16="http://schemas.microsoft.com/office/drawing/2014/main" id="{3AD34607-CDA9-884E-945E-7EC5B40D0B2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805" b="22572"/>
          <a:stretch/>
        </p:blipFill>
        <p:spPr>
          <a:xfrm>
            <a:off x="5360526" y="5939"/>
            <a:ext cx="6831473" cy="6858000"/>
          </a:xfrm>
          <a:prstGeom prst="rect">
            <a:avLst/>
          </a:prstGeom>
        </p:spPr>
      </p:pic>
      <p:pic>
        <p:nvPicPr>
          <p:cNvPr id="4" name="Image 3" descr="Une image contenant extérieur&#10;&#10;Description générée automatiquement">
            <a:extLst>
              <a:ext uri="{FF2B5EF4-FFF2-40B4-BE49-F238E27FC236}">
                <a16:creationId xmlns:a16="http://schemas.microsoft.com/office/drawing/2014/main" id="{70DE76CD-9BBF-1146-888B-AB813983E52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33591"/>
          <a:stretch/>
        </p:blipFill>
        <p:spPr>
          <a:xfrm>
            <a:off x="5360526" y="5939"/>
            <a:ext cx="6831474" cy="6858000"/>
          </a:xfrm>
          <a:prstGeom prst="rect">
            <a:avLst/>
          </a:prstGeom>
        </p:spPr>
      </p:pic>
      <p:sp>
        <p:nvSpPr>
          <p:cNvPr id="7" name="Titre">
            <a:extLst>
              <a:ext uri="{FF2B5EF4-FFF2-40B4-BE49-F238E27FC236}">
                <a16:creationId xmlns:a16="http://schemas.microsoft.com/office/drawing/2014/main" id="{9E3D8998-761C-FED5-6D13-1453B0B4ECD6}"/>
              </a:ext>
            </a:extLst>
          </p:cNvPr>
          <p:cNvSpPr txBox="1"/>
          <p:nvPr/>
        </p:nvSpPr>
        <p:spPr>
          <a:xfrm>
            <a:off x="601940" y="2704952"/>
            <a:ext cx="4079389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4000" b="1" dirty="0">
                <a:solidFill>
                  <a:schemeClr val="bg1"/>
                </a:solidFill>
              </a:rPr>
              <a:t>Titre</a:t>
            </a:r>
          </a:p>
          <a:p>
            <a:pPr marL="0"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>
                <a:solidFill>
                  <a:schemeClr val="accent1"/>
                </a:solidFill>
              </a:rPr>
              <a:t>Sous titre</a:t>
            </a:r>
          </a:p>
          <a:p>
            <a:pPr marL="0"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fr-FR" sz="1200" dirty="0"/>
          </a:p>
          <a:p>
            <a:pPr marL="0" lvl="2"/>
            <a:r>
              <a:rPr lang="fr-FR" sz="1200" dirty="0">
                <a:solidFill>
                  <a:schemeClr val="bg1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99461026"/>
      </p:ext>
    </p:extLst>
  </p:cSld>
  <p:clrMapOvr>
    <a:masterClrMapping/>
  </p:clrMapOvr>
</p:sld>
</file>

<file path=ppt/theme/theme1.xml><?xml version="1.0" encoding="utf-8"?>
<a:theme xmlns:a="http://schemas.openxmlformats.org/drawingml/2006/main" name="Modeles">
  <a:themeElements>
    <a:clrScheme name="Shifters">
      <a:dk1>
        <a:srgbClr val="00004B"/>
      </a:dk1>
      <a:lt1>
        <a:srgbClr val="FFFFFF"/>
      </a:lt1>
      <a:dk2>
        <a:srgbClr val="00004B"/>
      </a:dk2>
      <a:lt2>
        <a:srgbClr val="0023AA"/>
      </a:lt2>
      <a:accent1>
        <a:srgbClr val="4BD2AF"/>
      </a:accent1>
      <a:accent2>
        <a:srgbClr val="00788C"/>
      </a:accent2>
      <a:accent3>
        <a:srgbClr val="2D4182"/>
      </a:accent3>
      <a:accent4>
        <a:srgbClr val="DC4B78"/>
      </a:accent4>
      <a:accent5>
        <a:srgbClr val="F091B9"/>
      </a:accent5>
      <a:accent6>
        <a:srgbClr val="B7ECDE"/>
      </a:accent6>
      <a:hlink>
        <a:srgbClr val="00788C"/>
      </a:hlink>
      <a:folHlink>
        <a:srgbClr val="00788C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Words>5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3</vt:i4>
      </vt:variant>
    </vt:vector>
  </HeadingPairs>
  <TitlesOfParts>
    <vt:vector size="7" baseType="lpstr">
      <vt:lpstr>Arial</vt:lpstr>
      <vt:lpstr>Calibri</vt:lpstr>
      <vt:lpstr>Modeles</vt:lpstr>
      <vt:lpstr>PowerPoint Presentation</vt:lpstr>
      <vt:lpstr>Diaporama standard GP</vt:lpstr>
      <vt:lpstr>Mini-diaporama post-conférence (pour affichage en boucle)</vt:lpstr>
      <vt:lpstr>Diaporama pour export PDF (taille minimale + inclure les diapos cachées en sélectionnant ce diaporama personnalisé 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Conférences The Shifters – Le Climat, et moi, et moi, et moi : douze solutions pour réduire mon impact sur le climat</dc:title>
  <dc:creator>Olivier Descout;Jason Saniez;Vincent d'Herbemont;Grégoire Carpentier;Raphaël Perotin;Marine Simoën</dc:creator>
  <cp:lastModifiedBy>Luc</cp:lastModifiedBy>
  <cp:revision>544</cp:revision>
  <dcterms:created xsi:type="dcterms:W3CDTF">2021-05-25T14:39:04Z</dcterms:created>
  <dcterms:modified xsi:type="dcterms:W3CDTF">2025-05-11T22:52:52Z</dcterms:modified>
  <cp:category>Changement climatique, comprendre, agir, échelle individuelle</cp:category>
</cp:coreProperties>
</file>
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notesMasterIdLst>
    <p:notesMasterId r:id="rId3"/>
  </p:notesMasterIdLst>
  <p:sldIdLst>
    <p:sldId id="328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livier Descout" initials="OD" lastIdx="1" clrIdx="0">
    <p:extLst>
      <p:ext uri="{19B8F6BF-5375-455C-9EA6-DF929625EA0E}">
        <p15:presenceInfo xmlns:p15="http://schemas.microsoft.com/office/powerpoint/2012/main" userId="5e50569adf2a0a9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FAFF"/>
    <a:srgbClr val="282828"/>
    <a:srgbClr val="0023AA"/>
    <a:srgbClr val="1155CC"/>
    <a:srgbClr val="00788C"/>
    <a:srgbClr val="F091B9"/>
    <a:srgbClr val="0823AA"/>
    <a:srgbClr val="DC4B78"/>
    <a:srgbClr val="00004B"/>
    <a:srgbClr val="1E1E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90" autoAdjust="0"/>
    <p:restoredTop sz="83977" autoAdjust="0"/>
  </p:normalViewPr>
  <p:slideViewPr>
    <p:cSldViewPr snapToGrid="0" showGuides="1">
      <p:cViewPr varScale="1">
        <p:scale>
          <a:sx n="94" d="100"/>
          <a:sy n="94" d="100"/>
        </p:scale>
        <p:origin x="2874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90" d="100"/>
        <a:sy n="90" d="100"/>
      </p:scale>
      <p:origin x="0" y="0"/>
    </p:cViewPr>
  </p:notesTextViewPr>
  <p:sorterViewPr>
    <p:cViewPr>
      <p:scale>
        <a:sx n="75" d="100"/>
        <a:sy n="75" d="100"/>
      </p:scale>
      <p:origin x="0" y="-602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E227CC-8F40-43A0-A784-1E77C9226FBC}" type="datetimeFigureOut">
              <a:rPr lang="fr-FR" smtClean="0"/>
              <a:t>15/05/2025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F4D65A-1715-468F-B794-3B7668D934D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6242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F4D65A-1715-468F-B794-3B7668D934DA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4483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 - 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682049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- Sans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C019DB-F5AE-2462-900E-66339ACD9D1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728892" y="6612731"/>
            <a:ext cx="760639" cy="19983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2" name="Google Shape;36;p22">
            <a:extLst>
              <a:ext uri="{FF2B5EF4-FFF2-40B4-BE49-F238E27FC236}">
                <a16:creationId xmlns:a16="http://schemas.microsoft.com/office/drawing/2014/main" id="{D71EC3E6-DCDE-B9D4-0646-3FB5F15318A2}"/>
              </a:ext>
            </a:extLst>
          </p:cNvPr>
          <p:cNvPicPr preferRelativeResize="0"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9430" y="6535135"/>
            <a:ext cx="549815" cy="2774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828897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- 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0000" y="540000"/>
            <a:ext cx="10801350" cy="340857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0"/>
          </p:nvPr>
        </p:nvSpPr>
        <p:spPr>
          <a:xfrm>
            <a:off x="10728892" y="6612731"/>
            <a:ext cx="760639" cy="19983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4" name="Google Shape;36;p22">
            <a:extLst>
              <a:ext uri="{FF2B5EF4-FFF2-40B4-BE49-F238E27FC236}">
                <a16:creationId xmlns:a16="http://schemas.microsoft.com/office/drawing/2014/main" id="{00BACEA0-3C40-423C-4B49-AD59E32B05C4}"/>
              </a:ext>
            </a:extLst>
          </p:cNvPr>
          <p:cNvPicPr preferRelativeResize="0"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9430" y="6535135"/>
            <a:ext cx="549815" cy="2774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82029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- Titre et sous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40000" y="540000"/>
            <a:ext cx="10801350" cy="340857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None/>
              <a:defRPr sz="2400" b="1" kern="120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0"/>
          </p:nvPr>
        </p:nvSpPr>
        <p:spPr>
          <a:xfrm>
            <a:off x="10728892" y="6612731"/>
            <a:ext cx="760639" cy="19983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1" hasCustomPrompt="1"/>
          </p:nvPr>
        </p:nvSpPr>
        <p:spPr>
          <a:xfrm>
            <a:off x="540000" y="899907"/>
            <a:ext cx="10801350" cy="27803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Sous-titre</a:t>
            </a:r>
          </a:p>
        </p:txBody>
      </p:sp>
      <p:pic>
        <p:nvPicPr>
          <p:cNvPr id="4" name="Google Shape;36;p22">
            <a:extLst>
              <a:ext uri="{FF2B5EF4-FFF2-40B4-BE49-F238E27FC236}">
                <a16:creationId xmlns:a16="http://schemas.microsoft.com/office/drawing/2014/main" id="{92708710-09E6-35DD-8852-628C4B85B885}"/>
              </a:ext>
            </a:extLst>
          </p:cNvPr>
          <p:cNvPicPr preferRelativeResize="0"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9430" y="6535135"/>
            <a:ext cx="549815" cy="2774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8783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- Sans titre somb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E563D0D-FB96-F8D2-0374-CB00FB19A1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728000" y="6613200"/>
            <a:ext cx="759600" cy="2016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2" name="Google Shape;36;p22">
            <a:extLst>
              <a:ext uri="{FF2B5EF4-FFF2-40B4-BE49-F238E27FC236}">
                <a16:creationId xmlns:a16="http://schemas.microsoft.com/office/drawing/2014/main" id="{DCFEAA68-E5F2-72E3-2F61-20610D83344A}"/>
              </a:ext>
            </a:extLst>
          </p:cNvPr>
          <p:cNvPicPr preferRelativeResize="0"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74340" y="6535135"/>
            <a:ext cx="539995" cy="2774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471077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- Titre seul somb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7F046D-0C7A-3E42-9CBF-720BCFAAB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0801350" cy="34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None/>
              <a:defRPr sz="2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76B11E-98DE-844F-AAD1-F6081385A0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728000" y="6613200"/>
            <a:ext cx="759600" cy="2016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pic>
        <p:nvPicPr>
          <p:cNvPr id="3" name="Google Shape;36;p22">
            <a:extLst>
              <a:ext uri="{FF2B5EF4-FFF2-40B4-BE49-F238E27FC236}">
                <a16:creationId xmlns:a16="http://schemas.microsoft.com/office/drawing/2014/main" id="{7103DD87-BFF5-F5FF-577F-BC23D97DB875}"/>
              </a:ext>
            </a:extLst>
          </p:cNvPr>
          <p:cNvPicPr preferRelativeResize="0"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74340" y="6535135"/>
            <a:ext cx="539995" cy="2774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323689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- Titre et sous titre somb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7F046D-0C7A-3E42-9CBF-720BCFAAB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540000"/>
            <a:ext cx="10801350" cy="34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1200"/>
              </a:spcAft>
              <a:buNone/>
              <a:defRPr sz="2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76B11E-98DE-844F-AAD1-F6081385A07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728000" y="6613200"/>
            <a:ext cx="759600" cy="201600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fr-FR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0E0E155-A4C6-4C24-B5DD-AE65EC126F8C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5" name="Espace réservé du texte 5">
            <a:extLst>
              <a:ext uri="{FF2B5EF4-FFF2-40B4-BE49-F238E27FC236}">
                <a16:creationId xmlns:a16="http://schemas.microsoft.com/office/drawing/2014/main" id="{41226857-C6CF-4A8B-AA46-3262E2B366A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0000" y="899907"/>
            <a:ext cx="10801350" cy="278039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800" b="1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fr-FR" dirty="0"/>
              <a:t>Sous-titre</a:t>
            </a:r>
          </a:p>
        </p:txBody>
      </p:sp>
      <p:pic>
        <p:nvPicPr>
          <p:cNvPr id="3" name="Google Shape;36;p22">
            <a:extLst>
              <a:ext uri="{FF2B5EF4-FFF2-40B4-BE49-F238E27FC236}">
                <a16:creationId xmlns:a16="http://schemas.microsoft.com/office/drawing/2014/main" id="{46D94EAF-93D7-7CD5-900E-40D4385FC04D}"/>
              </a:ext>
            </a:extLst>
          </p:cNvPr>
          <p:cNvPicPr preferRelativeResize="0"/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74340" y="6535135"/>
            <a:ext cx="539995" cy="27742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6423011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 - Chapit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CEA68AE-693E-40EF-82F7-98AA6B12CD48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88882101-99DF-4310-A674-74A2697A1B4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816725" y="728663"/>
            <a:ext cx="4679950" cy="54006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None/>
              <a:defRPr lang="fr-FR" sz="3200" b="1" dirty="0" smtClean="0">
                <a:solidFill>
                  <a:schemeClr val="bg1"/>
                </a:solidFill>
              </a:defRPr>
            </a:lvl1pPr>
            <a:lvl2pPr marL="0" indent="0">
              <a:buNone/>
              <a:tabLst>
                <a:tab pos="0" algn="l"/>
                <a:tab pos="92075" algn="l"/>
              </a:tabLst>
              <a:defRPr sz="1400">
                <a:solidFill>
                  <a:schemeClr val="accent1"/>
                </a:solidFill>
              </a:defRPr>
            </a:lvl2pPr>
            <a:lvl3pPr marL="0" indent="0">
              <a:buNone/>
              <a:tabLst>
                <a:tab pos="0" algn="l"/>
                <a:tab pos="625475" algn="l"/>
              </a:tabLst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Grand chapitre ici</a:t>
            </a:r>
          </a:p>
          <a:p>
            <a:pPr lvl="1"/>
            <a:r>
              <a:rPr lang="fr-FR" dirty="0"/>
              <a:t>Petit chapitre</a:t>
            </a:r>
          </a:p>
          <a:p>
            <a:pPr lvl="2"/>
            <a:r>
              <a:rPr lang="fr-FR" dirty="0"/>
              <a:t>Texte</a:t>
            </a:r>
          </a:p>
        </p:txBody>
      </p:sp>
      <p:sp>
        <p:nvSpPr>
          <p:cNvPr id="4" name="Espace réservé pour une image  2">
            <a:extLst>
              <a:ext uri="{FF2B5EF4-FFF2-40B4-BE49-F238E27FC236}">
                <a16:creationId xmlns:a16="http://schemas.microsoft.com/office/drawing/2014/main" id="{3C2B1C16-ED1F-4720-99C1-D3A1065B0D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 dirty="0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28885121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29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- Chapitre larg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CEA68AE-693E-40EF-82F7-98AA6B12CD48}"/>
              </a:ext>
            </a:extLst>
          </p:cNvPr>
          <p:cNvSpPr/>
          <p:nvPr userDrawn="1"/>
        </p:nvSpPr>
        <p:spPr>
          <a:xfrm>
            <a:off x="0" y="0"/>
            <a:ext cx="5020235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Espace réservé du texte 11">
            <a:extLst>
              <a:ext uri="{FF2B5EF4-FFF2-40B4-BE49-F238E27FC236}">
                <a16:creationId xmlns:a16="http://schemas.microsoft.com/office/drawing/2014/main" id="{88882101-99DF-4310-A674-74A2697A1B4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665693" y="728663"/>
            <a:ext cx="5880848" cy="5400675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buNone/>
              <a:defRPr lang="fr-FR" sz="3200" b="1" dirty="0" smtClean="0">
                <a:solidFill>
                  <a:schemeClr val="bg1"/>
                </a:solidFill>
              </a:defRPr>
            </a:lvl1pPr>
            <a:lvl2pPr marL="0" indent="0">
              <a:buNone/>
              <a:tabLst>
                <a:tab pos="0" algn="l"/>
                <a:tab pos="92075" algn="l"/>
              </a:tabLst>
              <a:defRPr sz="1400">
                <a:solidFill>
                  <a:schemeClr val="accent1"/>
                </a:solidFill>
              </a:defRPr>
            </a:lvl2pPr>
            <a:lvl3pPr marL="0" indent="0">
              <a:buNone/>
              <a:tabLst>
                <a:tab pos="0" algn="l"/>
                <a:tab pos="625475" algn="l"/>
              </a:tabLst>
              <a:defRPr sz="1200">
                <a:solidFill>
                  <a:schemeClr val="tx1">
                    <a:lumMod val="10000"/>
                    <a:lumOff val="90000"/>
                  </a:schemeClr>
                </a:solidFill>
              </a:defRPr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Grand chapitre ici</a:t>
            </a:r>
          </a:p>
          <a:p>
            <a:pPr lvl="1"/>
            <a:r>
              <a:rPr lang="fr-FR" dirty="0"/>
              <a:t>Petit chapitre</a:t>
            </a:r>
          </a:p>
          <a:p>
            <a:pPr lvl="2"/>
            <a:r>
              <a:rPr lang="fr-FR" dirty="0"/>
              <a:t>Texte</a:t>
            </a:r>
          </a:p>
        </p:txBody>
      </p:sp>
      <p:sp>
        <p:nvSpPr>
          <p:cNvPr id="4" name="Espace réservé pour une image  2">
            <a:extLst>
              <a:ext uri="{FF2B5EF4-FFF2-40B4-BE49-F238E27FC236}">
                <a16:creationId xmlns:a16="http://schemas.microsoft.com/office/drawing/2014/main" id="{3C2B1C16-ED1F-4720-99C1-D3A1065B0D5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5020235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 dirty="0"/>
              <a:t>Image</a:t>
            </a:r>
          </a:p>
        </p:txBody>
      </p:sp>
    </p:spTree>
    <p:extLst>
      <p:ext uri="{BB962C8B-B14F-4D97-AF65-F5344CB8AC3E}">
        <p14:creationId xmlns:p14="http://schemas.microsoft.com/office/powerpoint/2010/main" val="6623395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29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e de titre bleu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B29DA17-B5FA-4948-8711-48CDB58AFCAE}"/>
              </a:ext>
            </a:extLst>
          </p:cNvPr>
          <p:cNvSpPr/>
          <p:nvPr userDrawn="1"/>
        </p:nvSpPr>
        <p:spPr>
          <a:xfrm>
            <a:off x="5375274" y="0"/>
            <a:ext cx="6816726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" name="Espace réservé du texte 3">
            <a:extLst>
              <a:ext uri="{FF2B5EF4-FFF2-40B4-BE49-F238E27FC236}">
                <a16:creationId xmlns:a16="http://schemas.microsoft.com/office/drawing/2014/main" id="{3669946F-B2D5-4055-BCCE-FA4B82448F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5324" y="2184399"/>
            <a:ext cx="3960814" cy="3584575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chemeClr val="accent1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tabLst/>
              <a:defRPr sz="1200">
                <a:solidFill>
                  <a:schemeClr val="bg1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1200"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fr-FR" dirty="0"/>
              <a:t>Titre du document</a:t>
            </a:r>
          </a:p>
          <a:p>
            <a:pPr lvl="1"/>
            <a:r>
              <a:rPr lang="fr-FR" dirty="0"/>
              <a:t>Sous titre</a:t>
            </a:r>
          </a:p>
          <a:p>
            <a:pPr lvl="2"/>
            <a:r>
              <a:rPr lang="fr-FR" dirty="0"/>
              <a:t>Date</a:t>
            </a:r>
          </a:p>
          <a:p>
            <a:pPr lvl="2"/>
            <a:endParaRPr lang="fr-FR" dirty="0"/>
          </a:p>
          <a:p>
            <a:pPr lvl="3"/>
            <a:r>
              <a:rPr lang="fr-FR" dirty="0"/>
              <a:t>Commentaire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E185E597-E003-47B2-A9B9-5E102EB08CB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375274" y="0"/>
            <a:ext cx="6816726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2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fr-FR" dirty="0"/>
              <a:t>Image</a:t>
            </a:r>
          </a:p>
        </p:txBody>
      </p:sp>
      <p:pic>
        <p:nvPicPr>
          <p:cNvPr id="11" name="Graphique 10">
            <a:extLst>
              <a:ext uri="{FF2B5EF4-FFF2-40B4-BE49-F238E27FC236}">
                <a16:creationId xmlns:a16="http://schemas.microsoft.com/office/drawing/2014/main" id="{97794603-8F19-4589-8469-8ED82851F7B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5325" y="728663"/>
            <a:ext cx="1080000" cy="544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02711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933">
          <p15:clr>
            <a:srgbClr val="FBAE40"/>
          </p15:clr>
        </p15:guide>
        <p15:guide id="2" orient="horz" pos="363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6841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44" r:id="rId2"/>
    <p:sldLayoutId id="2147483745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3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38">
          <p15:clr>
            <a:srgbClr val="F26B43"/>
          </p15:clr>
        </p15:guide>
        <p15:guide id="2" orient="horz" pos="459">
          <p15:clr>
            <a:srgbClr val="F26B43"/>
          </p15:clr>
        </p15:guide>
        <p15:guide id="3" orient="horz" pos="3861">
          <p15:clr>
            <a:srgbClr val="F26B43"/>
          </p15:clr>
        </p15:guide>
        <p15:guide id="4" pos="724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nd">
            <a:extLst>
              <a:ext uri="{FF2B5EF4-FFF2-40B4-BE49-F238E27FC236}">
                <a16:creationId xmlns:a16="http://schemas.microsoft.com/office/drawing/2014/main" id="{21C1380E-408B-D9F2-60B6-DB7EAC243081}"/>
              </a:ext>
            </a:extLst>
          </p:cNvPr>
          <p:cNvSpPr/>
          <p:nvPr/>
        </p:nvSpPr>
        <p:spPr>
          <a:xfrm>
            <a:off x="1" y="0"/>
            <a:ext cx="12191999" cy="686393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Graphique 10">
            <a:extLst>
              <a:ext uri="{FF2B5EF4-FFF2-40B4-BE49-F238E27FC236}">
                <a16:creationId xmlns:a16="http://schemas.microsoft.com/office/drawing/2014/main" id="{13CD10A3-953C-4F6B-1F98-1CFB20533BE6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5325" y="728663"/>
            <a:ext cx="1080000" cy="544954"/>
          </a:xfrm>
          <a:prstGeom prst="rect">
            <a:avLst/>
          </a:prstGeom>
        </p:spPr>
      </p:pic>
      <p:pic>
        <p:nvPicPr>
          <p:cNvPr id="3" name="Image 2" descr="Une image de vaches devant l'entrée d'une maison inondée, les pattes dans l'eau">
            <a:extLst>
              <a:ext uri="{FF2B5EF4-FFF2-40B4-BE49-F238E27FC236}">
                <a16:creationId xmlns:a16="http://schemas.microsoft.com/office/drawing/2014/main" id="{3AD34607-CDA9-884E-945E-7EC5B40D0B25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" r="805" b="22572"/>
          <a:stretch/>
        </p:blipFill>
        <p:spPr>
          <a:xfrm>
            <a:off x="5360526" y="5939"/>
            <a:ext cx="6831473" cy="6858000"/>
          </a:xfrm>
          <a:prstGeom prst="rect">
            <a:avLst/>
          </a:prstGeom>
        </p:spPr>
      </p:pic>
      <p:pic>
        <p:nvPicPr>
          <p:cNvPr id="4" name="Image 3" descr="Une image contenant extérieur&#10;&#10;Description générée automatiquement">
            <a:extLst>
              <a:ext uri="{FF2B5EF4-FFF2-40B4-BE49-F238E27FC236}">
                <a16:creationId xmlns:a16="http://schemas.microsoft.com/office/drawing/2014/main" id="{70DE76CD-9BBF-1146-888B-AB813983E52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33591"/>
          <a:stretch/>
        </p:blipFill>
        <p:spPr>
          <a:xfrm>
            <a:off x="5360526" y="5939"/>
            <a:ext cx="6831474" cy="6858000"/>
          </a:xfrm>
          <a:prstGeom prst="rect">
            <a:avLst/>
          </a:prstGeom>
        </p:spPr>
      </p:pic>
      <p:sp>
        <p:nvSpPr>
          <p:cNvPr id="7" name="Titre">
            <a:extLst>
              <a:ext uri="{FF2B5EF4-FFF2-40B4-BE49-F238E27FC236}">
                <a16:creationId xmlns:a16="http://schemas.microsoft.com/office/drawing/2014/main" id="{9E3D8998-761C-FED5-6D13-1453B0B4ECD6}"/>
              </a:ext>
            </a:extLst>
          </p:cNvPr>
          <p:cNvSpPr txBox="1"/>
          <p:nvPr/>
        </p:nvSpPr>
        <p:spPr>
          <a:xfrm>
            <a:off x="601940" y="2704952"/>
            <a:ext cx="4079389" cy="15542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</a:pPr>
            <a:r>
              <a:rPr lang="fr-FR" sz="4000" b="1" dirty="0">
                <a:solidFill>
                  <a:schemeClr val="bg1"/>
                </a:solidFill>
              </a:rPr>
              <a:t>Titre</a:t>
            </a:r>
          </a:p>
          <a:p>
            <a:pPr marL="0" lvl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r>
              <a:rPr lang="fr-FR" dirty="0">
                <a:solidFill>
                  <a:schemeClr val="accent1"/>
                </a:solidFill>
              </a:rPr>
              <a:t>Sous titre</a:t>
            </a:r>
          </a:p>
          <a:p>
            <a:pPr marL="0" lvl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</a:pPr>
            <a:endParaRPr lang="fr-FR" sz="1200" dirty="0"/>
          </a:p>
          <a:p>
            <a:pPr marL="0" lvl="2"/>
            <a:r>
              <a:rPr lang="fr-FR" sz="1200" dirty="0">
                <a:solidFill>
                  <a:schemeClr val="bg1"/>
                </a:solidFill>
              </a:rPr>
              <a:t>DATE</a:t>
            </a:r>
          </a:p>
        </p:txBody>
      </p:sp>
    </p:spTree>
    <p:extLst>
      <p:ext uri="{BB962C8B-B14F-4D97-AF65-F5344CB8AC3E}">
        <p14:creationId xmlns:p14="http://schemas.microsoft.com/office/powerpoint/2010/main" val="99461026"/>
      </p:ext>
    </p:extLst>
  </p:cSld>
  <p:clrMapOvr>
    <a:masterClrMapping/>
  </p:clrMapOvr>
</p:sld>
</file>

<file path=ppt/theme/theme1.xml><?xml version="1.0" encoding="utf-8"?>
<a:theme xmlns:a="http://schemas.openxmlformats.org/drawingml/2006/main" name="Modeles">
  <a:themeElements>
    <a:clrScheme name="Shifters">
      <a:dk1>
        <a:srgbClr val="00004B"/>
      </a:dk1>
      <a:lt1>
        <a:srgbClr val="FFFFFF"/>
      </a:lt1>
      <a:dk2>
        <a:srgbClr val="00004B"/>
      </a:dk2>
      <a:lt2>
        <a:srgbClr val="0023AA"/>
      </a:lt2>
      <a:accent1>
        <a:srgbClr val="4BD2AF"/>
      </a:accent1>
      <a:accent2>
        <a:srgbClr val="00788C"/>
      </a:accent2>
      <a:accent3>
        <a:srgbClr val="2D4182"/>
      </a:accent3>
      <a:accent4>
        <a:srgbClr val="DC4B78"/>
      </a:accent4>
      <a:accent5>
        <a:srgbClr val="F091B9"/>
      </a:accent5>
      <a:accent6>
        <a:srgbClr val="B7ECDE"/>
      </a:accent6>
      <a:hlink>
        <a:srgbClr val="00788C"/>
      </a:hlink>
      <a:folHlink>
        <a:srgbClr val="00788C"/>
      </a:folHlink>
    </a:clrScheme>
    <a:fontScheme name="Personnalisé 2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</TotalTime>
  <Words>5</Words>
  <Application>Microsoft Office PowerPoint</Application>
  <PresentationFormat>Grand écran</PresentationFormat>
  <Paragraphs>5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Modeles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Conférences The Shifters – Le Climat, et moi, et moi, et moi : douze solutions pour réduire mon impact sur le climat</dc:title>
  <dc:creator>Olivier Descout;Jason Saniez;Vincent d'Herbemont;Grégoire Carpentier;Raphaël Perotin;Marine Simoën</dc:creator>
  <cp:lastModifiedBy>Darckoune</cp:lastModifiedBy>
  <cp:revision>545</cp:revision>
  <dcterms:created xsi:type="dcterms:W3CDTF">2021-05-25T14:39:04Z</dcterms:created>
  <dcterms:modified xsi:type="dcterms:W3CDTF">2025-05-15T17:24:48Z</dcterms:modified>
  <cp:category>Changement climatique, comprendre, agir, échelle individuelle</cp:category>
</cp:coreProperties>
</file>